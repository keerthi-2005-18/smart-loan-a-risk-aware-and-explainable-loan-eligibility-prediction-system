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57" r:id="rId2"/>
    <p:sldId id="258" r:id="rId3"/>
    <p:sldId id="259" r:id="rId4"/>
    <p:sldId id="260" r:id="rId5"/>
    <p:sldId id="281" r:id="rId6"/>
    <p:sldId id="282" r:id="rId7"/>
    <p:sldId id="283" r:id="rId8"/>
    <p:sldId id="264" r:id="rId9"/>
    <p:sldId id="265" r:id="rId10"/>
    <p:sldId id="266" r:id="rId11"/>
    <p:sldId id="284" r:id="rId12"/>
    <p:sldId id="285" r:id="rId13"/>
    <p:sldId id="267" r:id="rId14"/>
    <p:sldId id="268" r:id="rId15"/>
    <p:sldId id="270" r:id="rId16"/>
    <p:sldId id="269" r:id="rId17"/>
    <p:sldId id="271" r:id="rId18"/>
    <p:sldId id="272" r:id="rId19"/>
    <p:sldId id="273" r:id="rId20"/>
    <p:sldId id="278" r:id="rId21"/>
    <p:sldId id="276" r:id="rId22"/>
    <p:sldId id="277" r:id="rId23"/>
    <p:sldId id="279" r:id="rId24"/>
    <p:sldId id="274" r:id="rId25"/>
  </p:sldIdLst>
  <p:sldSz cx="9753600" cy="7315200"/>
  <p:notesSz cx="6858000" cy="9144000"/>
  <p:defaultTextStyle>
    <a:defPPr>
      <a:defRPr lang="en-US"/>
    </a:defPPr>
    <a:lvl1pPr marL="0" algn="l" defTabSz="457143" rtl="0" eaLnBrk="1" latinLnBrk="0" hangingPunct="1">
      <a:defRPr sz="1800" kern="1200">
        <a:solidFill>
          <a:schemeClr val="tx1"/>
        </a:solidFill>
        <a:latin typeface="+mn-lt"/>
        <a:ea typeface="+mn-ea"/>
        <a:cs typeface="+mn-cs"/>
      </a:defRPr>
    </a:lvl1pPr>
    <a:lvl2pPr marL="457143" algn="l" defTabSz="457143" rtl="0" eaLnBrk="1" latinLnBrk="0" hangingPunct="1">
      <a:defRPr sz="1800" kern="1200">
        <a:solidFill>
          <a:schemeClr val="tx1"/>
        </a:solidFill>
        <a:latin typeface="+mn-lt"/>
        <a:ea typeface="+mn-ea"/>
        <a:cs typeface="+mn-cs"/>
      </a:defRPr>
    </a:lvl2pPr>
    <a:lvl3pPr marL="914286" algn="l" defTabSz="457143" rtl="0" eaLnBrk="1" latinLnBrk="0" hangingPunct="1">
      <a:defRPr sz="1800" kern="1200">
        <a:solidFill>
          <a:schemeClr val="tx1"/>
        </a:solidFill>
        <a:latin typeface="+mn-lt"/>
        <a:ea typeface="+mn-ea"/>
        <a:cs typeface="+mn-cs"/>
      </a:defRPr>
    </a:lvl3pPr>
    <a:lvl4pPr marL="1371428" algn="l" defTabSz="457143" rtl="0" eaLnBrk="1" latinLnBrk="0" hangingPunct="1">
      <a:defRPr sz="1800" kern="1200">
        <a:solidFill>
          <a:schemeClr val="tx1"/>
        </a:solidFill>
        <a:latin typeface="+mn-lt"/>
        <a:ea typeface="+mn-ea"/>
        <a:cs typeface="+mn-cs"/>
      </a:defRPr>
    </a:lvl4pPr>
    <a:lvl5pPr marL="1828572" algn="l" defTabSz="457143" rtl="0" eaLnBrk="1" latinLnBrk="0" hangingPunct="1">
      <a:defRPr sz="1800" kern="1200">
        <a:solidFill>
          <a:schemeClr val="tx1"/>
        </a:solidFill>
        <a:latin typeface="+mn-lt"/>
        <a:ea typeface="+mn-ea"/>
        <a:cs typeface="+mn-cs"/>
      </a:defRPr>
    </a:lvl5pPr>
    <a:lvl6pPr marL="2285714" algn="l" defTabSz="457143" rtl="0" eaLnBrk="1" latinLnBrk="0" hangingPunct="1">
      <a:defRPr sz="1800" kern="1200">
        <a:solidFill>
          <a:schemeClr val="tx1"/>
        </a:solidFill>
        <a:latin typeface="+mn-lt"/>
        <a:ea typeface="+mn-ea"/>
        <a:cs typeface="+mn-cs"/>
      </a:defRPr>
    </a:lvl6pPr>
    <a:lvl7pPr marL="2742858" algn="l" defTabSz="457143" rtl="0" eaLnBrk="1" latinLnBrk="0" hangingPunct="1">
      <a:defRPr sz="1800" kern="1200">
        <a:solidFill>
          <a:schemeClr val="tx1"/>
        </a:solidFill>
        <a:latin typeface="+mn-lt"/>
        <a:ea typeface="+mn-ea"/>
        <a:cs typeface="+mn-cs"/>
      </a:defRPr>
    </a:lvl7pPr>
    <a:lvl8pPr marL="3200001" algn="l" defTabSz="457143" rtl="0" eaLnBrk="1" latinLnBrk="0" hangingPunct="1">
      <a:defRPr sz="1800" kern="1200">
        <a:solidFill>
          <a:schemeClr val="tx1"/>
        </a:solidFill>
        <a:latin typeface="+mn-lt"/>
        <a:ea typeface="+mn-ea"/>
        <a:cs typeface="+mn-cs"/>
      </a:defRPr>
    </a:lvl8pPr>
    <a:lvl9pPr marL="3657142" algn="l" defTabSz="457143"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304">
          <p15:clr>
            <a:srgbClr val="A4A3A4"/>
          </p15:clr>
        </p15:guide>
        <p15:guide id="2" pos="307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vertBarState="maximized">
    <p:restoredLeft sz="15620"/>
    <p:restoredTop sz="94660"/>
  </p:normalViewPr>
  <p:slideViewPr>
    <p:cSldViewPr snapToGrid="0">
      <p:cViewPr varScale="1">
        <p:scale>
          <a:sx n="60" d="100"/>
          <a:sy n="60" d="100"/>
        </p:scale>
        <p:origin x="-1028" y="-72"/>
      </p:cViewPr>
      <p:guideLst>
        <p:guide orient="horz" pos="2304"/>
        <p:guide pos="3072"/>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47" name="PlaceHolder 1"/>
          <p:cNvSpPr>
            <a:spLocks noGrp="1" noRot="1" noChangeAspect="1"/>
          </p:cNvSpPr>
          <p:nvPr>
            <p:ph type="sldImg"/>
          </p:nvPr>
        </p:nvSpPr>
        <p:spPr>
          <a:xfrm>
            <a:off x="1370013" y="763588"/>
            <a:ext cx="5030787" cy="3771900"/>
          </a:xfrm>
          <a:prstGeom prst="rect">
            <a:avLst/>
          </a:prstGeom>
          <a:noFill/>
          <a:ln w="0">
            <a:noFill/>
          </a:ln>
        </p:spPr>
        <p:txBody>
          <a:bodyPr vert="horz" lIns="0" tIns="0" rIns="0" bIns="0" anchor="ctr">
            <a:noAutofit/>
          </a:bodyPr>
          <a:lstStyle/>
          <a:p>
            <a:r>
              <a:rPr lang="en-US" sz="1800" b="0" strike="noStrike" spc="-1">
                <a:solidFill>
                  <a:srgbClr val="000000"/>
                </a:solidFill>
                <a:latin typeface="Tw Cen MT"/>
              </a:rPr>
              <a:t>Double-tap to move the slide</a:t>
            </a:r>
          </a:p>
        </p:txBody>
      </p:sp>
      <p:sp>
        <p:nvSpPr>
          <p:cNvPr id="1048748" name="PlaceHolder 2"/>
          <p:cNvSpPr>
            <a:spLocks noGrp="1"/>
          </p:cNvSpPr>
          <p:nvPr>
            <p:ph type="body"/>
          </p:nvPr>
        </p:nvSpPr>
        <p:spPr>
          <a:xfrm>
            <a:off x="777240" y="4777560"/>
            <a:ext cx="6217560" cy="4525920"/>
          </a:xfrm>
          <a:prstGeom prst="rect">
            <a:avLst/>
          </a:prstGeom>
          <a:noFill/>
          <a:ln w="0">
            <a:noFill/>
          </a:ln>
        </p:spPr>
        <p:txBody>
          <a:bodyPr vert="horz" lIns="0" tIns="0" rIns="0" bIns="0" anchor="t">
            <a:noAutofit/>
          </a:bodyPr>
          <a:lstStyle/>
          <a:p>
            <a:r>
              <a:rPr lang="en-US" sz="2000" b="0" strike="noStrike" spc="-1">
                <a:latin typeface="Arial"/>
              </a:rPr>
              <a:t>Double-tap to edit the notes format</a:t>
            </a:r>
          </a:p>
        </p:txBody>
      </p:sp>
      <p:sp>
        <p:nvSpPr>
          <p:cNvPr id="1048749" name="PlaceHolder 3"/>
          <p:cNvSpPr>
            <a:spLocks noGrp="1"/>
          </p:cNvSpPr>
          <p:nvPr>
            <p:ph type="hdr"/>
          </p:nvPr>
        </p:nvSpPr>
        <p:spPr>
          <a:xfrm>
            <a:off x="0" y="0"/>
            <a:ext cx="3372840" cy="502560"/>
          </a:xfrm>
          <a:prstGeom prst="rect">
            <a:avLst/>
          </a:prstGeom>
          <a:noFill/>
          <a:ln w="0">
            <a:noFill/>
          </a:ln>
        </p:spPr>
        <p:txBody>
          <a:bodyPr vert="horz" lIns="0" tIns="0" rIns="0" bIns="0" anchor="t">
            <a:noAutofit/>
          </a:bodyPr>
          <a:lstStyle/>
          <a:p>
            <a:r>
              <a:rPr lang="en-US" sz="1400" b="0" strike="noStrike" spc="-1">
                <a:latin typeface="Arial"/>
              </a:rPr>
              <a:t>&lt;header&gt;</a:t>
            </a:r>
          </a:p>
        </p:txBody>
      </p:sp>
      <p:sp>
        <p:nvSpPr>
          <p:cNvPr id="1048750" name="PlaceHolder 4"/>
          <p:cNvSpPr>
            <a:spLocks noGrp="1"/>
          </p:cNvSpPr>
          <p:nvPr>
            <p:ph type="dt" idx="4"/>
          </p:nvPr>
        </p:nvSpPr>
        <p:spPr>
          <a:xfrm>
            <a:off x="4399200" y="0"/>
            <a:ext cx="3372840" cy="502560"/>
          </a:xfrm>
          <a:prstGeom prst="rect">
            <a:avLst/>
          </a:prstGeom>
          <a:noFill/>
          <a:ln w="0">
            <a:noFill/>
          </a:ln>
        </p:spPr>
        <p:txBody>
          <a:bodyPr vert="horz" lIns="0" tIns="0" rIns="0" bIns="0" anchor="t">
            <a:noAutofit/>
          </a:bodyPr>
          <a:lstStyle>
            <a:lvl1pPr algn="r">
              <a:buNone/>
              <a:defRPr lang="en-US" sz="1400" b="0" strike="noStrike" spc="-1">
                <a:latin typeface="Arial"/>
              </a:defRPr>
            </a:lvl1pPr>
          </a:lstStyle>
          <a:p>
            <a:pPr algn="r">
              <a:buNone/>
            </a:pPr>
            <a:r>
              <a:rPr lang="en-US" sz="1400" b="0" strike="noStrike" spc="-1">
                <a:latin typeface="Arial"/>
              </a:rPr>
              <a:t>&lt;date/time&gt;</a:t>
            </a:r>
          </a:p>
        </p:txBody>
      </p:sp>
      <p:sp>
        <p:nvSpPr>
          <p:cNvPr id="1048751" name="PlaceHolder 5"/>
          <p:cNvSpPr>
            <a:spLocks noGrp="1"/>
          </p:cNvSpPr>
          <p:nvPr>
            <p:ph type="ftr" idx="5"/>
          </p:nvPr>
        </p:nvSpPr>
        <p:spPr>
          <a:xfrm>
            <a:off x="0" y="9555480"/>
            <a:ext cx="3372840" cy="502560"/>
          </a:xfrm>
          <a:prstGeom prst="rect">
            <a:avLst/>
          </a:prstGeom>
          <a:noFill/>
          <a:ln w="0">
            <a:noFill/>
          </a:ln>
        </p:spPr>
        <p:txBody>
          <a:bodyPr vert="horz" lIns="0" tIns="0" rIns="0" bIns="0" anchor="b">
            <a:noAutofit/>
          </a:bodyPr>
          <a:lstStyle>
            <a:lvl1pPr>
              <a:defRPr lang="en-US" sz="1400" b="0" strike="noStrike" spc="-1">
                <a:latin typeface="Arial"/>
              </a:defRPr>
            </a:lvl1pPr>
          </a:lstStyle>
          <a:p>
            <a:r>
              <a:rPr lang="en-US" sz="1400" b="0" strike="noStrike" spc="-1">
                <a:latin typeface="Arial"/>
              </a:rPr>
              <a:t>&lt;footer&gt;</a:t>
            </a:r>
          </a:p>
        </p:txBody>
      </p:sp>
      <p:sp>
        <p:nvSpPr>
          <p:cNvPr id="1048752" name="PlaceHolder 6"/>
          <p:cNvSpPr>
            <a:spLocks noGrp="1"/>
          </p:cNvSpPr>
          <p:nvPr>
            <p:ph type="sldNum" idx="6"/>
          </p:nvPr>
        </p:nvSpPr>
        <p:spPr>
          <a:xfrm>
            <a:off x="4399200" y="9555480"/>
            <a:ext cx="3372840" cy="502560"/>
          </a:xfrm>
          <a:prstGeom prst="rect">
            <a:avLst/>
          </a:prstGeom>
          <a:noFill/>
          <a:ln w="0">
            <a:noFill/>
          </a:ln>
        </p:spPr>
        <p:txBody>
          <a:bodyPr vert="horz" lIns="0" tIns="0" rIns="0" bIns="0" anchor="b">
            <a:noAutofit/>
          </a:bodyPr>
          <a:lstStyle>
            <a:lvl1pPr algn="r">
              <a:buNone/>
              <a:defRPr lang="en-US" sz="1400" b="0" strike="noStrike" spc="-1">
                <a:latin typeface="Arial"/>
              </a:defRPr>
            </a:lvl1pPr>
          </a:lstStyle>
          <a:p>
            <a:pPr algn="r">
              <a:buNone/>
            </a:pPr>
            <a:fld id="{983A10DC-46AC-4F1E-84A5-6EAD8FD91C63}" type="slidenum">
              <a:rPr lang="en-US" sz="1400" b="0" strike="noStrike" spc="-1">
                <a:latin typeface="Arial"/>
              </a:rPr>
              <a:pPr algn="r">
                <a:buNone/>
              </a:pPr>
              <a:t>‹#›</a:t>
            </a:fld>
            <a:endParaRPr lang="en-US" sz="1400" b="0" strike="noStrike" spc="-1">
              <a:latin typeface="Arial"/>
            </a:endParaRPr>
          </a:p>
        </p:txBody>
      </p:sp>
    </p:spTree>
  </p:cSld>
  <p:clrMap bg1="lt1" tx1="dk1" bg2="lt2" tx2="dk2" accent1="accent1" accent2="accent2" accent3="accent3" accent4="accent4" accent5="accent5" accent6="accent6" hlink="hlink" folHlink="folHlink"/>
  <p:notesStyle>
    <a:lvl1pPr marL="0" algn="l" defTabSz="914286" rtl="0" eaLnBrk="1" latinLnBrk="0" hangingPunct="1">
      <a:defRPr sz="1200" kern="1200">
        <a:solidFill>
          <a:schemeClr val="tx1"/>
        </a:solidFill>
        <a:latin typeface="+mn-lt"/>
        <a:ea typeface="+mn-ea"/>
        <a:cs typeface="+mn-cs"/>
      </a:defRPr>
    </a:lvl1pPr>
    <a:lvl2pPr marL="457143" algn="l" defTabSz="914286" rtl="0" eaLnBrk="1" latinLnBrk="0" hangingPunct="1">
      <a:defRPr sz="1200" kern="1200">
        <a:solidFill>
          <a:schemeClr val="tx1"/>
        </a:solidFill>
        <a:latin typeface="+mn-lt"/>
        <a:ea typeface="+mn-ea"/>
        <a:cs typeface="+mn-cs"/>
      </a:defRPr>
    </a:lvl2pPr>
    <a:lvl3pPr marL="914286" algn="l" defTabSz="914286" rtl="0" eaLnBrk="1" latinLnBrk="0" hangingPunct="1">
      <a:defRPr sz="1200" kern="1200">
        <a:solidFill>
          <a:schemeClr val="tx1"/>
        </a:solidFill>
        <a:latin typeface="+mn-lt"/>
        <a:ea typeface="+mn-ea"/>
        <a:cs typeface="+mn-cs"/>
      </a:defRPr>
    </a:lvl3pPr>
    <a:lvl4pPr marL="1371428" algn="l" defTabSz="914286" rtl="0" eaLnBrk="1" latinLnBrk="0" hangingPunct="1">
      <a:defRPr sz="1200" kern="1200">
        <a:solidFill>
          <a:schemeClr val="tx1"/>
        </a:solidFill>
        <a:latin typeface="+mn-lt"/>
        <a:ea typeface="+mn-ea"/>
        <a:cs typeface="+mn-cs"/>
      </a:defRPr>
    </a:lvl4pPr>
    <a:lvl5pPr marL="1828572" algn="l" defTabSz="914286" rtl="0" eaLnBrk="1" latinLnBrk="0" hangingPunct="1">
      <a:defRPr sz="1200" kern="1200">
        <a:solidFill>
          <a:schemeClr val="tx1"/>
        </a:solidFill>
        <a:latin typeface="+mn-lt"/>
        <a:ea typeface="+mn-ea"/>
        <a:cs typeface="+mn-cs"/>
      </a:defRPr>
    </a:lvl5pPr>
    <a:lvl6pPr marL="2285714" algn="l" defTabSz="914286" rtl="0" eaLnBrk="1" latinLnBrk="0" hangingPunct="1">
      <a:defRPr sz="1200" kern="1200">
        <a:solidFill>
          <a:schemeClr val="tx1"/>
        </a:solidFill>
        <a:latin typeface="+mn-lt"/>
        <a:ea typeface="+mn-ea"/>
        <a:cs typeface="+mn-cs"/>
      </a:defRPr>
    </a:lvl6pPr>
    <a:lvl7pPr marL="2742858" algn="l" defTabSz="914286" rtl="0" eaLnBrk="1" latinLnBrk="0" hangingPunct="1">
      <a:defRPr sz="1200" kern="1200">
        <a:solidFill>
          <a:schemeClr val="tx1"/>
        </a:solidFill>
        <a:latin typeface="+mn-lt"/>
        <a:ea typeface="+mn-ea"/>
        <a:cs typeface="+mn-cs"/>
      </a:defRPr>
    </a:lvl7pPr>
    <a:lvl8pPr marL="3200001" algn="l" defTabSz="914286" rtl="0" eaLnBrk="1" latinLnBrk="0" hangingPunct="1">
      <a:defRPr sz="1200" kern="1200">
        <a:solidFill>
          <a:schemeClr val="tx1"/>
        </a:solidFill>
        <a:latin typeface="+mn-lt"/>
        <a:ea typeface="+mn-ea"/>
        <a:cs typeface="+mn-cs"/>
      </a:defRPr>
    </a:lvl8pPr>
    <a:lvl9pPr marL="3657142" algn="l" defTabSz="914286"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PlaceHolder 1"/>
          <p:cNvSpPr>
            <a:spLocks noGrp="1"/>
          </p:cNvSpPr>
          <p:nvPr>
            <p:ph type="hdr"/>
          </p:nvPr>
        </p:nvSpPr>
        <p:spPr>
          <a:xfrm>
            <a:off x="0" y="0"/>
            <a:ext cx="3962160" cy="342720"/>
          </a:xfrm>
          <a:prstGeom prst="rect">
            <a:avLst/>
          </a:prstGeom>
          <a:noFill/>
          <a:ln w="0">
            <a:noFill/>
          </a:ln>
        </p:spPr>
        <p:txBody>
          <a:bodyPr vert="horz" anchor="t">
            <a:noAutofit/>
          </a:bodyPr>
          <a:lstStyle/>
          <a:p>
            <a:endParaRPr lang="en-US" sz="1800" b="0" strike="noStrike" spc="-1">
              <a:latin typeface="Arial"/>
            </a:endParaRPr>
          </a:p>
        </p:txBody>
      </p:sp>
      <p:sp>
        <p:nvSpPr>
          <p:cNvPr id="1048608" name="PlaceHolder 2"/>
          <p:cNvSpPr>
            <a:spLocks noGrp="1"/>
          </p:cNvSpPr>
          <p:nvPr>
            <p:ph type="dt" idx="7"/>
          </p:nvPr>
        </p:nvSpPr>
        <p:spPr>
          <a:xfrm>
            <a:off x="5180040" y="0"/>
            <a:ext cx="3962160" cy="342720"/>
          </a:xfrm>
          <a:prstGeom prst="rect">
            <a:avLst/>
          </a:prstGeom>
          <a:noFill/>
          <a:ln w="0">
            <a:noFill/>
          </a:ln>
        </p:spPr>
        <p:txBody>
          <a:bodyPr vert="horz" anchor="t">
            <a:noAutofit/>
          </a:bodyPr>
          <a:lstStyle>
            <a:lvl1pPr algn="r">
              <a:lnSpc>
                <a:spcPct val="100000"/>
              </a:lnSpc>
              <a:buNone/>
              <a:defRPr lang="cs-CZ" sz="1200" b="0" strike="noStrike" spc="-1">
                <a:latin typeface="Arial"/>
              </a:defRPr>
            </a:lvl1pPr>
          </a:lstStyle>
          <a:p>
            <a:pPr algn="r">
              <a:lnSpc>
                <a:spcPct val="100000"/>
              </a:lnSpc>
              <a:buNone/>
            </a:pPr>
            <a:r>
              <a:rPr lang="cs-CZ" sz="1200" b="0" strike="noStrike" spc="-1">
                <a:latin typeface="Arial"/>
              </a:rPr>
              <a:t>1.7.2013</a:t>
            </a:r>
            <a:endParaRPr lang="en-US" sz="1200" b="0" strike="noStrike" spc="-1">
              <a:latin typeface="Arial"/>
            </a:endParaRPr>
          </a:p>
        </p:txBody>
      </p:sp>
      <p:sp>
        <p:nvSpPr>
          <p:cNvPr id="1048609" name="PlaceHolder 3"/>
          <p:cNvSpPr>
            <a:spLocks noGrp="1" noRot="1" noChangeAspect="1"/>
          </p:cNvSpPr>
          <p:nvPr>
            <p:ph type="sldImg"/>
          </p:nvPr>
        </p:nvSpPr>
        <p:spPr>
          <a:xfrm>
            <a:off x="2860675" y="512763"/>
            <a:ext cx="3422650" cy="2566987"/>
          </a:xfrm>
          <a:prstGeom prst="rect">
            <a:avLst/>
          </a:prstGeom>
          <a:ln w="0">
            <a:noFill/>
          </a:ln>
        </p:spPr>
      </p:sp>
      <p:sp>
        <p:nvSpPr>
          <p:cNvPr id="1048610" name="PlaceHolder 4"/>
          <p:cNvSpPr>
            <a:spLocks noGrp="1"/>
          </p:cNvSpPr>
          <p:nvPr>
            <p:ph type="body"/>
          </p:nvPr>
        </p:nvSpPr>
        <p:spPr>
          <a:xfrm>
            <a:off x="914400" y="3251160"/>
            <a:ext cx="7314840" cy="3080880"/>
          </a:xfrm>
          <a:prstGeom prst="rect">
            <a:avLst/>
          </a:prstGeom>
          <a:noFill/>
          <a:ln w="0">
            <a:noFill/>
          </a:ln>
        </p:spPr>
        <p:txBody>
          <a:bodyPr vert="horz" anchor="t">
            <a:noAutofit/>
          </a:bodyPr>
          <a:lstStyle/>
          <a:p>
            <a:pPr marL="216000" indent="-216000">
              <a:lnSpc>
                <a:spcPct val="100000"/>
              </a:lnSpc>
              <a:buNone/>
            </a:pPr>
            <a:endParaRPr lang="en-US" sz="2000" b="0" strike="noStrike" spc="-1">
              <a:latin typeface="Arial"/>
            </a:endParaRPr>
          </a:p>
        </p:txBody>
      </p:sp>
      <p:sp>
        <p:nvSpPr>
          <p:cNvPr id="1048611" name="PlaceHolder 5"/>
          <p:cNvSpPr>
            <a:spLocks noGrp="1"/>
          </p:cNvSpPr>
          <p:nvPr>
            <p:ph type="ftr" idx="8"/>
          </p:nvPr>
        </p:nvSpPr>
        <p:spPr>
          <a:xfrm>
            <a:off x="0" y="6502320"/>
            <a:ext cx="3962160" cy="340920"/>
          </a:xfrm>
          <a:prstGeom prst="rect">
            <a:avLst/>
          </a:prstGeom>
          <a:noFill/>
          <a:ln w="0">
            <a:noFill/>
          </a:ln>
        </p:spPr>
        <p:txBody>
          <a:bodyPr vert="horz" anchor="b">
            <a:noAutofit/>
          </a:bodyPr>
          <a:lstStyle>
            <a:lvl1pPr>
              <a:defRPr lang="en-US" sz="1800" b="0" strike="noStrike" spc="-1">
                <a:latin typeface="Arial"/>
              </a:defRPr>
            </a:lvl1pPr>
          </a:lstStyle>
          <a:p>
            <a:endParaRPr lang="en-US" sz="1800" b="0" strike="noStrike" spc="-1">
              <a:latin typeface="Arial"/>
            </a:endParaRPr>
          </a:p>
        </p:txBody>
      </p:sp>
      <p:sp>
        <p:nvSpPr>
          <p:cNvPr id="1048612" name="PlaceHolder 6"/>
          <p:cNvSpPr>
            <a:spLocks noGrp="1"/>
          </p:cNvSpPr>
          <p:nvPr>
            <p:ph type="sldNum" idx="9"/>
          </p:nvPr>
        </p:nvSpPr>
        <p:spPr>
          <a:xfrm>
            <a:off x="5180040" y="6502320"/>
            <a:ext cx="3962160" cy="340920"/>
          </a:xfrm>
          <a:prstGeom prst="rect">
            <a:avLst/>
          </a:prstGeom>
          <a:noFill/>
          <a:ln w="0">
            <a:noFill/>
          </a:ln>
        </p:spPr>
        <p:txBody>
          <a:bodyPr vert="horz" anchor="b">
            <a:noAutofit/>
          </a:bodyPr>
          <a:lstStyle>
            <a:lvl1pPr algn="r">
              <a:lnSpc>
                <a:spcPct val="100000"/>
              </a:lnSpc>
              <a:buNone/>
              <a:defRPr lang="cs-CZ" sz="1200" b="0" strike="noStrike" spc="-1">
                <a:latin typeface="Arial"/>
              </a:defRPr>
            </a:lvl1pPr>
          </a:lstStyle>
          <a:p>
            <a:pPr algn="r">
              <a:lnSpc>
                <a:spcPct val="100000"/>
              </a:lnSpc>
              <a:buNone/>
            </a:pPr>
            <a:r>
              <a:rPr lang="cs-CZ" sz="1200" b="0" strike="noStrike" spc="-1">
                <a:latin typeface="Arial"/>
              </a:rPr>
              <a:t>‹#›</a:t>
            </a:r>
            <a:endParaRPr lang="en-US" sz="1200" b="0" strike="noStrike" spc="-1">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048629" name="Rectangle 14"/>
          <p:cNvSpPr>
            <a:spLocks noChangeArrowheads="1"/>
          </p:cNvSpPr>
          <p:nvPr/>
        </p:nvSpPr>
        <p:spPr bwMode="white">
          <a:xfrm>
            <a:off x="0" y="7152640"/>
            <a:ext cx="9753600" cy="16256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630" name="Rectangle 18"/>
          <p:cNvSpPr>
            <a:spLocks noChangeArrowheads="1"/>
          </p:cNvSpPr>
          <p:nvPr/>
        </p:nvSpPr>
        <p:spPr bwMode="white">
          <a:xfrm>
            <a:off x="9591040" y="3251"/>
            <a:ext cx="162560" cy="73152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631" name="Rectangle 17"/>
          <p:cNvSpPr>
            <a:spLocks noChangeArrowheads="1"/>
          </p:cNvSpPr>
          <p:nvPr/>
        </p:nvSpPr>
        <p:spPr bwMode="white">
          <a:xfrm>
            <a:off x="0" y="0"/>
            <a:ext cx="162560" cy="73152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632" name="Rectangle 15"/>
          <p:cNvSpPr>
            <a:spLocks noChangeArrowheads="1"/>
          </p:cNvSpPr>
          <p:nvPr/>
        </p:nvSpPr>
        <p:spPr bwMode="white">
          <a:xfrm>
            <a:off x="0" y="0"/>
            <a:ext cx="9753600" cy="268224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633" name="Rectangle 11"/>
          <p:cNvSpPr>
            <a:spLocks noChangeArrowheads="1"/>
          </p:cNvSpPr>
          <p:nvPr/>
        </p:nvSpPr>
        <p:spPr bwMode="auto">
          <a:xfrm>
            <a:off x="156057" y="6817767"/>
            <a:ext cx="9421978" cy="330201"/>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634" name="Subtitle 8"/>
          <p:cNvSpPr>
            <a:spLocks noGrp="1"/>
          </p:cNvSpPr>
          <p:nvPr>
            <p:ph type="subTitle" idx="1"/>
          </p:nvPr>
        </p:nvSpPr>
        <p:spPr>
          <a:xfrm>
            <a:off x="1463040" y="3007360"/>
            <a:ext cx="6827520" cy="1869440"/>
          </a:xfrm>
        </p:spPr>
        <p:txBody>
          <a:bodyPr/>
          <a:lstStyle>
            <a:lvl1pPr marL="0" indent="0" algn="ctr">
              <a:buNone/>
              <a:defRPr sz="1700" b="1" cap="all" spc="267" baseline="0">
                <a:solidFill>
                  <a:schemeClr val="tx2"/>
                </a:solidFill>
              </a:defRPr>
            </a:lvl1pPr>
            <a:lvl2pPr marL="487650" indent="0" algn="ctr">
              <a:buNone/>
            </a:lvl2pPr>
            <a:lvl3pPr marL="975299" indent="0" algn="ctr">
              <a:buNone/>
            </a:lvl3pPr>
            <a:lvl4pPr marL="1462949" indent="0" algn="ctr">
              <a:buNone/>
            </a:lvl4pPr>
            <a:lvl5pPr marL="1950598" indent="0" algn="ctr">
              <a:buNone/>
            </a:lvl5pPr>
            <a:lvl6pPr marL="2438248" indent="0" algn="ctr">
              <a:buNone/>
            </a:lvl6pPr>
            <a:lvl7pPr marL="2925897" indent="0" algn="ctr">
              <a:buNone/>
            </a:lvl7pPr>
            <a:lvl8pPr marL="3413547" indent="0" algn="ctr">
              <a:buNone/>
            </a:lvl8pPr>
            <a:lvl9pPr marL="3901196" indent="0" algn="ctr">
              <a:buNone/>
            </a:lvl9pPr>
          </a:lstStyle>
          <a:p>
            <a:r>
              <a:rPr kumimoji="0" lang="en-US"/>
              <a:t>Click to edit Master subtitle style</a:t>
            </a:r>
          </a:p>
        </p:txBody>
      </p:sp>
      <p:sp>
        <p:nvSpPr>
          <p:cNvPr id="1048635" name="Date Placeholder 27"/>
          <p:cNvSpPr>
            <a:spLocks noGrp="1"/>
          </p:cNvSpPr>
          <p:nvPr>
            <p:ph type="dt" sz="half" idx="10"/>
          </p:nvPr>
        </p:nvSpPr>
        <p:spPr/>
        <p:txBody>
          <a:bodyPr/>
          <a:lstStyle/>
          <a:p>
            <a:pPr algn="r">
              <a:lnSpc>
                <a:spcPct val="100000"/>
              </a:lnSpc>
              <a:buNone/>
            </a:pPr>
            <a:r>
              <a:rPr lang="en-US" sz="1100" b="0" strike="noStrike" spc="-1">
                <a:solidFill>
                  <a:srgbClr val="000000"/>
                </a:solidFill>
                <a:latin typeface="Tw Cen MT"/>
              </a:rPr>
              <a:t>&lt;date/time&gt;</a:t>
            </a:r>
            <a:endParaRPr lang="en-US" sz="1100" b="0" strike="noStrike" spc="-1">
              <a:latin typeface="Arial"/>
            </a:endParaRPr>
          </a:p>
        </p:txBody>
      </p:sp>
      <p:sp>
        <p:nvSpPr>
          <p:cNvPr id="1048636" name="Footer Placeholder 16"/>
          <p:cNvSpPr>
            <a:spLocks noGrp="1"/>
          </p:cNvSpPr>
          <p:nvPr>
            <p:ph type="ftr" sz="quarter" idx="11"/>
          </p:nvPr>
        </p:nvSpPr>
        <p:spPr/>
        <p:txBody>
          <a:bodyPr/>
          <a:lstStyle/>
          <a:p>
            <a:pPr algn="ctr">
              <a:buNone/>
            </a:pPr>
            <a:r>
              <a:rPr lang="en-US" sz="1400" b="0" strike="noStrike" spc="-1">
                <a:latin typeface="Arial"/>
              </a:rPr>
              <a:t>&lt;footer&gt;</a:t>
            </a:r>
          </a:p>
        </p:txBody>
      </p:sp>
      <p:sp>
        <p:nvSpPr>
          <p:cNvPr id="1048637" name="Straight Connector 6"/>
          <p:cNvSpPr>
            <a:spLocks noChangeShapeType="1"/>
          </p:cNvSpPr>
          <p:nvPr/>
        </p:nvSpPr>
        <p:spPr bwMode="auto">
          <a:xfrm>
            <a:off x="165811" y="2581453"/>
            <a:ext cx="9421978"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7530" tIns="48765" rIns="97530" bIns="48765" anchor="ctr" compatLnSpc="1"/>
          <a:lstStyle/>
          <a:p>
            <a:endParaRPr kumimoji="0" lang="en-US"/>
          </a:p>
        </p:txBody>
      </p:sp>
      <p:sp>
        <p:nvSpPr>
          <p:cNvPr id="1048638" name="Rectangle 9"/>
          <p:cNvSpPr>
            <a:spLocks noChangeArrowheads="1"/>
          </p:cNvSpPr>
          <p:nvPr/>
        </p:nvSpPr>
        <p:spPr bwMode="auto">
          <a:xfrm>
            <a:off x="162560" y="162560"/>
            <a:ext cx="9421978" cy="698357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7530" tIns="48765" rIns="97530" bIns="48765" anchor="ctr" compatLnSpc="1"/>
          <a:lstStyle/>
          <a:p>
            <a:endParaRPr kumimoji="0" lang="en-US" dirty="0"/>
          </a:p>
        </p:txBody>
      </p:sp>
      <p:sp>
        <p:nvSpPr>
          <p:cNvPr id="1048639" name="Oval 12"/>
          <p:cNvSpPr/>
          <p:nvPr/>
        </p:nvSpPr>
        <p:spPr>
          <a:xfrm>
            <a:off x="4551680" y="2256333"/>
            <a:ext cx="650240" cy="65024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7530" tIns="48765" rIns="97530" bIns="48765" anchor="ctr"/>
          <a:lstStyle/>
          <a:p>
            <a:pPr algn="ctr" eaLnBrk="1" latinLnBrk="0" hangingPunct="1"/>
            <a:endParaRPr kumimoji="0" lang="en-US"/>
          </a:p>
        </p:txBody>
      </p:sp>
      <p:sp>
        <p:nvSpPr>
          <p:cNvPr id="1048640" name="Oval 13"/>
          <p:cNvSpPr/>
          <p:nvPr/>
        </p:nvSpPr>
        <p:spPr>
          <a:xfrm>
            <a:off x="4652467" y="2357120"/>
            <a:ext cx="448666" cy="448666"/>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lIns="97530" tIns="48765" rIns="97530" bIns="48765" anchor="ctr"/>
          <a:lstStyle/>
          <a:p>
            <a:pPr algn="ctr" eaLnBrk="1" latinLnBrk="0" hangingPunct="1"/>
            <a:endParaRPr kumimoji="0" lang="en-US"/>
          </a:p>
        </p:txBody>
      </p:sp>
      <p:sp>
        <p:nvSpPr>
          <p:cNvPr id="1048641" name="Slide Number Placeholder 28"/>
          <p:cNvSpPr>
            <a:spLocks noGrp="1"/>
          </p:cNvSpPr>
          <p:nvPr>
            <p:ph type="sldNum" sz="quarter" idx="12"/>
          </p:nvPr>
        </p:nvSpPr>
        <p:spPr>
          <a:xfrm>
            <a:off x="4632960" y="2346080"/>
            <a:ext cx="487680" cy="470747"/>
          </a:xfrm>
        </p:spPr>
        <p:txBody>
          <a:bodyPr/>
          <a:lstStyle>
            <a:lvl1pPr>
              <a:defRPr>
                <a:solidFill>
                  <a:schemeClr val="accent3">
                    <a:shade val="75000"/>
                  </a:schemeClr>
                </a:solidFill>
              </a:defRPr>
            </a:lvl1pPr>
          </a:lstStyle>
          <a:p>
            <a:pPr algn="r">
              <a:lnSpc>
                <a:spcPct val="100000"/>
              </a:lnSpc>
              <a:buNone/>
            </a:pPr>
            <a:fld id="{58786552-C93F-4E4B-A70C-3A2C7E838444}" type="slidenum">
              <a:rPr lang="en-US" sz="1100" b="0" strike="noStrike" spc="-1" smtClean="0">
                <a:solidFill>
                  <a:srgbClr val="000000"/>
                </a:solidFill>
                <a:latin typeface="Tw Cen MT"/>
              </a:rPr>
              <a:pPr algn="r">
                <a:lnSpc>
                  <a:spcPct val="100000"/>
                </a:lnSpc>
                <a:buNone/>
              </a:pPr>
              <a:t>‹#›</a:t>
            </a:fld>
            <a:endParaRPr lang="en-US" sz="1100" b="0" strike="noStrike" spc="-1">
              <a:latin typeface="Arial"/>
            </a:endParaRPr>
          </a:p>
        </p:txBody>
      </p:sp>
      <p:sp>
        <p:nvSpPr>
          <p:cNvPr id="1048642" name="Title 7"/>
          <p:cNvSpPr>
            <a:spLocks noGrp="1"/>
          </p:cNvSpPr>
          <p:nvPr>
            <p:ph type="ctrTitle"/>
          </p:nvPr>
        </p:nvSpPr>
        <p:spPr>
          <a:xfrm>
            <a:off x="731520" y="406400"/>
            <a:ext cx="8290560" cy="1869440"/>
          </a:xfrm>
        </p:spPr>
        <p:txBody>
          <a:bodyPr anchor="b"/>
          <a:lstStyle>
            <a:lvl1pPr>
              <a:defRPr sz="4500">
                <a:solidFill>
                  <a:schemeClr val="accent1"/>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1048661"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1048662" name="Date Placeholder 3"/>
          <p:cNvSpPr>
            <a:spLocks noGrp="1"/>
          </p:cNvSpPr>
          <p:nvPr>
            <p:ph type="dt" sz="half" idx="10"/>
          </p:nvPr>
        </p:nvSpPr>
        <p:spPr/>
        <p:txBody>
          <a:bodyPr/>
          <a:lstStyle/>
          <a:p>
            <a:pPr algn="r">
              <a:lnSpc>
                <a:spcPct val="100000"/>
              </a:lnSpc>
              <a:buNone/>
            </a:pPr>
            <a:r>
              <a:rPr lang="en-US" sz="1100" b="0" strike="noStrike" spc="-1">
                <a:solidFill>
                  <a:srgbClr val="000000"/>
                </a:solidFill>
                <a:latin typeface="Tw Cen MT"/>
              </a:rPr>
              <a:t>&lt;date/time&gt;</a:t>
            </a:r>
            <a:endParaRPr lang="en-US" sz="1100" b="0" strike="noStrike" spc="-1">
              <a:latin typeface="Arial"/>
            </a:endParaRPr>
          </a:p>
        </p:txBody>
      </p:sp>
      <p:sp>
        <p:nvSpPr>
          <p:cNvPr id="1048663" name="Footer Placeholder 4"/>
          <p:cNvSpPr>
            <a:spLocks noGrp="1"/>
          </p:cNvSpPr>
          <p:nvPr>
            <p:ph type="ftr" sz="quarter" idx="11"/>
          </p:nvPr>
        </p:nvSpPr>
        <p:spPr/>
        <p:txBody>
          <a:bodyPr/>
          <a:lstStyle/>
          <a:p>
            <a:pPr algn="ctr">
              <a:buNone/>
            </a:pPr>
            <a:r>
              <a:rPr lang="en-US" sz="1400" b="0" strike="noStrike" spc="-1">
                <a:latin typeface="Arial"/>
              </a:rPr>
              <a:t>&lt;footer&gt;</a:t>
            </a:r>
          </a:p>
        </p:txBody>
      </p:sp>
      <p:sp>
        <p:nvSpPr>
          <p:cNvPr id="1048664" name="Slide Number Placeholder 5"/>
          <p:cNvSpPr>
            <a:spLocks noGrp="1"/>
          </p:cNvSpPr>
          <p:nvPr>
            <p:ph type="sldNum" sz="quarter" idx="12"/>
          </p:nvPr>
        </p:nvSpPr>
        <p:spPr>
          <a:xfrm>
            <a:off x="4652467" y="1094797"/>
            <a:ext cx="487680" cy="470747"/>
          </a:xfrm>
        </p:spPr>
        <p:txBody>
          <a:bodyPr/>
          <a:lstStyle/>
          <a:p>
            <a:pPr algn="r">
              <a:lnSpc>
                <a:spcPct val="100000"/>
              </a:lnSpc>
              <a:buNone/>
            </a:pPr>
            <a:fld id="{58786552-C93F-4E4B-A70C-3A2C7E838444}" type="slidenum">
              <a:rPr lang="en-US" sz="1100" b="0" strike="noStrike" spc="-1" smtClean="0">
                <a:solidFill>
                  <a:srgbClr val="000000"/>
                </a:solidFill>
                <a:latin typeface="Tw Cen MT"/>
              </a:rPr>
              <a:pPr algn="r">
                <a:lnSpc>
                  <a:spcPct val="100000"/>
                </a:lnSpc>
                <a:buNone/>
              </a:pPr>
              <a:t>‹#›</a:t>
            </a:fld>
            <a:endParaRPr lang="en-US" sz="1100" b="0" strike="noStrike" spc="-1">
              <a:latin typeface="Arial"/>
            </a:endParaRPr>
          </a:p>
        </p:txBody>
      </p:sp>
      <p:sp>
        <p:nvSpPr>
          <p:cNvPr id="1048665" name="Content Placeholder 7"/>
          <p:cNvSpPr>
            <a:spLocks noGrp="1"/>
          </p:cNvSpPr>
          <p:nvPr>
            <p:ph sz="quarter" idx="1"/>
          </p:nvPr>
        </p:nvSpPr>
        <p:spPr>
          <a:xfrm>
            <a:off x="321869" y="1628851"/>
            <a:ext cx="9070848" cy="4876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048688" name="Rectangle 16"/>
          <p:cNvSpPr>
            <a:spLocks noChangeArrowheads="1"/>
          </p:cNvSpPr>
          <p:nvPr/>
        </p:nvSpPr>
        <p:spPr bwMode="white">
          <a:xfrm>
            <a:off x="0" y="0"/>
            <a:ext cx="162560" cy="73152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689" name="Rectangle 14"/>
          <p:cNvSpPr>
            <a:spLocks noChangeArrowheads="1"/>
          </p:cNvSpPr>
          <p:nvPr/>
        </p:nvSpPr>
        <p:spPr bwMode="white">
          <a:xfrm>
            <a:off x="0" y="7152640"/>
            <a:ext cx="9753600" cy="16256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690" name="Rectangle 15"/>
          <p:cNvSpPr>
            <a:spLocks noChangeArrowheads="1"/>
          </p:cNvSpPr>
          <p:nvPr/>
        </p:nvSpPr>
        <p:spPr bwMode="white">
          <a:xfrm>
            <a:off x="0" y="0"/>
            <a:ext cx="9753600" cy="16256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691" name="Rectangle 17"/>
          <p:cNvSpPr>
            <a:spLocks noChangeArrowheads="1"/>
          </p:cNvSpPr>
          <p:nvPr/>
        </p:nvSpPr>
        <p:spPr bwMode="white">
          <a:xfrm>
            <a:off x="9591040" y="20320"/>
            <a:ext cx="162560" cy="73152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692" name="Rectangle 18"/>
          <p:cNvSpPr>
            <a:spLocks noChangeArrowheads="1"/>
          </p:cNvSpPr>
          <p:nvPr/>
        </p:nvSpPr>
        <p:spPr bwMode="white">
          <a:xfrm>
            <a:off x="162560" y="2438400"/>
            <a:ext cx="9421978" cy="32512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693" name="Rectangle 11"/>
          <p:cNvSpPr>
            <a:spLocks noChangeArrowheads="1"/>
          </p:cNvSpPr>
          <p:nvPr/>
        </p:nvSpPr>
        <p:spPr bwMode="auto">
          <a:xfrm>
            <a:off x="165811" y="151842"/>
            <a:ext cx="9421978" cy="2282342"/>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694" name="Text Placeholder 2"/>
          <p:cNvSpPr>
            <a:spLocks noGrp="1"/>
          </p:cNvSpPr>
          <p:nvPr>
            <p:ph type="body" idx="1"/>
          </p:nvPr>
        </p:nvSpPr>
        <p:spPr>
          <a:xfrm>
            <a:off x="1459654" y="2926081"/>
            <a:ext cx="6912186" cy="1784773"/>
          </a:xfrm>
        </p:spPr>
        <p:txBody>
          <a:bodyPr anchor="t"/>
          <a:lstStyle>
            <a:lvl1pPr marL="0" indent="0" algn="ctr">
              <a:buNone/>
              <a:defRPr sz="1700" b="1" cap="all" spc="267" baseline="0">
                <a:solidFill>
                  <a:schemeClr val="tx2"/>
                </a:solidFill>
              </a:defRPr>
            </a:lvl1pPr>
            <a:lvl2pPr>
              <a:buNone/>
              <a:defRPr sz="1900">
                <a:solidFill>
                  <a:schemeClr val="tx1">
                    <a:tint val="75000"/>
                  </a:schemeClr>
                </a:solidFill>
              </a:defRPr>
            </a:lvl2pPr>
            <a:lvl3pPr>
              <a:buNone/>
              <a:defRPr sz="1700">
                <a:solidFill>
                  <a:schemeClr val="tx1">
                    <a:tint val="75000"/>
                  </a:schemeClr>
                </a:solidFill>
              </a:defRPr>
            </a:lvl3pPr>
            <a:lvl4pPr>
              <a:buNone/>
              <a:defRPr sz="1500">
                <a:solidFill>
                  <a:schemeClr val="tx1">
                    <a:tint val="75000"/>
                  </a:schemeClr>
                </a:solidFill>
              </a:defRPr>
            </a:lvl4pPr>
            <a:lvl5pPr>
              <a:buNone/>
              <a:defRPr sz="1500">
                <a:solidFill>
                  <a:schemeClr val="tx1">
                    <a:tint val="75000"/>
                  </a:schemeClr>
                </a:solidFill>
              </a:defRPr>
            </a:lvl5pPr>
          </a:lstStyle>
          <a:p>
            <a:pPr lvl="0" eaLnBrk="1" latinLnBrk="0" hangingPunct="1"/>
            <a:r>
              <a:rPr kumimoji="0" lang="en-US"/>
              <a:t>Click to edit Master text styles</a:t>
            </a:r>
          </a:p>
        </p:txBody>
      </p:sp>
      <p:sp>
        <p:nvSpPr>
          <p:cNvPr id="1048695" name="Rectangle 12"/>
          <p:cNvSpPr>
            <a:spLocks noChangeArrowheads="1"/>
          </p:cNvSpPr>
          <p:nvPr/>
        </p:nvSpPr>
        <p:spPr bwMode="auto">
          <a:xfrm>
            <a:off x="156057" y="6817767"/>
            <a:ext cx="9421978" cy="330201"/>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696" name="Rectangle 13"/>
          <p:cNvSpPr>
            <a:spLocks noChangeArrowheads="1"/>
          </p:cNvSpPr>
          <p:nvPr/>
        </p:nvSpPr>
        <p:spPr bwMode="auto">
          <a:xfrm>
            <a:off x="162560" y="162560"/>
            <a:ext cx="9421978" cy="698357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7530" tIns="48765" rIns="97530" bIns="48765" anchor="ctr" compatLnSpc="1"/>
          <a:lstStyle/>
          <a:p>
            <a:endParaRPr kumimoji="0" lang="en-US" dirty="0"/>
          </a:p>
        </p:txBody>
      </p:sp>
      <p:sp>
        <p:nvSpPr>
          <p:cNvPr id="1048697" name="Footer Placeholder 4"/>
          <p:cNvSpPr>
            <a:spLocks noGrp="1"/>
          </p:cNvSpPr>
          <p:nvPr>
            <p:ph type="ftr" sz="quarter" idx="11"/>
          </p:nvPr>
        </p:nvSpPr>
        <p:spPr/>
        <p:txBody>
          <a:bodyPr/>
          <a:lstStyle/>
          <a:p>
            <a:pPr algn="ctr">
              <a:buNone/>
            </a:pPr>
            <a:r>
              <a:rPr lang="en-US" sz="1400" b="0" strike="noStrike" spc="-1">
                <a:latin typeface="Arial"/>
              </a:rPr>
              <a:t>&lt;footer&gt;</a:t>
            </a:r>
          </a:p>
        </p:txBody>
      </p:sp>
      <p:sp>
        <p:nvSpPr>
          <p:cNvPr id="1048698" name="Date Placeholder 3"/>
          <p:cNvSpPr>
            <a:spLocks noGrp="1"/>
          </p:cNvSpPr>
          <p:nvPr>
            <p:ph type="dt" sz="half" idx="10"/>
          </p:nvPr>
        </p:nvSpPr>
        <p:spPr/>
        <p:txBody>
          <a:bodyPr/>
          <a:lstStyle/>
          <a:p>
            <a:pPr algn="r">
              <a:lnSpc>
                <a:spcPct val="100000"/>
              </a:lnSpc>
              <a:buNone/>
            </a:pPr>
            <a:r>
              <a:rPr lang="en-US" sz="1100" b="0" strike="noStrike" spc="-1">
                <a:solidFill>
                  <a:srgbClr val="000000"/>
                </a:solidFill>
                <a:latin typeface="Tw Cen MT"/>
              </a:rPr>
              <a:t>&lt;date/time&gt;</a:t>
            </a:r>
            <a:endParaRPr lang="en-US" sz="1100" b="0" strike="noStrike" spc="-1">
              <a:latin typeface="Arial"/>
            </a:endParaRPr>
          </a:p>
        </p:txBody>
      </p:sp>
      <p:sp>
        <p:nvSpPr>
          <p:cNvPr id="1048699" name="Straight Connector 7"/>
          <p:cNvSpPr>
            <a:spLocks noChangeShapeType="1"/>
          </p:cNvSpPr>
          <p:nvPr/>
        </p:nvSpPr>
        <p:spPr bwMode="auto">
          <a:xfrm>
            <a:off x="162560" y="2600960"/>
            <a:ext cx="9421978"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7530" tIns="48765" rIns="97530" bIns="48765" anchor="ctr" compatLnSpc="1"/>
          <a:lstStyle/>
          <a:p>
            <a:endParaRPr kumimoji="0" lang="en-US"/>
          </a:p>
        </p:txBody>
      </p:sp>
      <p:sp>
        <p:nvSpPr>
          <p:cNvPr id="1048700" name="Oval 9"/>
          <p:cNvSpPr/>
          <p:nvPr/>
        </p:nvSpPr>
        <p:spPr>
          <a:xfrm>
            <a:off x="4551680" y="2256333"/>
            <a:ext cx="650240" cy="65024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7530" tIns="48765" rIns="97530" bIns="48765" anchor="ctr"/>
          <a:lstStyle/>
          <a:p>
            <a:pPr algn="ctr" eaLnBrk="1" latinLnBrk="0" hangingPunct="1"/>
            <a:endParaRPr kumimoji="0" lang="en-US"/>
          </a:p>
        </p:txBody>
      </p:sp>
      <p:sp>
        <p:nvSpPr>
          <p:cNvPr id="1048701" name="Oval 10"/>
          <p:cNvSpPr/>
          <p:nvPr/>
        </p:nvSpPr>
        <p:spPr>
          <a:xfrm>
            <a:off x="4652467" y="2357120"/>
            <a:ext cx="448666" cy="448666"/>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lIns="97530" tIns="48765" rIns="97530" bIns="48765" anchor="ctr"/>
          <a:lstStyle/>
          <a:p>
            <a:pPr algn="ctr" eaLnBrk="1" latinLnBrk="0" hangingPunct="1"/>
            <a:endParaRPr kumimoji="0" lang="en-US"/>
          </a:p>
        </p:txBody>
      </p:sp>
      <p:sp>
        <p:nvSpPr>
          <p:cNvPr id="1048702" name="Slide Number Placeholder 5"/>
          <p:cNvSpPr>
            <a:spLocks noGrp="1"/>
          </p:cNvSpPr>
          <p:nvPr>
            <p:ph type="sldNum" sz="quarter" idx="12"/>
          </p:nvPr>
        </p:nvSpPr>
        <p:spPr>
          <a:xfrm>
            <a:off x="4632960" y="2346080"/>
            <a:ext cx="487680" cy="470747"/>
          </a:xfrm>
        </p:spPr>
        <p:txBody>
          <a:bodyPr/>
          <a:lstStyle>
            <a:lvl1pPr>
              <a:defRPr>
                <a:solidFill>
                  <a:schemeClr val="accent3">
                    <a:shade val="75000"/>
                  </a:schemeClr>
                </a:solidFill>
              </a:defRPr>
            </a:lvl1pPr>
          </a:lstStyle>
          <a:p>
            <a:pPr algn="r">
              <a:lnSpc>
                <a:spcPct val="100000"/>
              </a:lnSpc>
              <a:buNone/>
            </a:pPr>
            <a:fld id="{58786552-C93F-4E4B-A70C-3A2C7E838444}" type="slidenum">
              <a:rPr lang="en-US" sz="1100" b="0" strike="noStrike" spc="-1" smtClean="0">
                <a:solidFill>
                  <a:srgbClr val="000000"/>
                </a:solidFill>
                <a:latin typeface="Tw Cen MT"/>
              </a:rPr>
              <a:pPr algn="r">
                <a:lnSpc>
                  <a:spcPct val="100000"/>
                </a:lnSpc>
                <a:buNone/>
              </a:pPr>
              <a:t>‹#›</a:t>
            </a:fld>
            <a:endParaRPr lang="en-US" sz="1100" b="0" strike="noStrike" spc="-1">
              <a:latin typeface="Arial"/>
            </a:endParaRPr>
          </a:p>
        </p:txBody>
      </p:sp>
      <p:sp>
        <p:nvSpPr>
          <p:cNvPr id="1048703" name="Title 1"/>
          <p:cNvSpPr>
            <a:spLocks noGrp="1"/>
          </p:cNvSpPr>
          <p:nvPr>
            <p:ph type="title"/>
          </p:nvPr>
        </p:nvSpPr>
        <p:spPr>
          <a:xfrm>
            <a:off x="770467" y="568960"/>
            <a:ext cx="8290560" cy="1625600"/>
          </a:xfrm>
        </p:spPr>
        <p:txBody>
          <a:bodyPr anchor="b"/>
          <a:lstStyle>
            <a:lvl1pPr algn="ctr">
              <a:buNone/>
              <a:defRPr sz="4500" b="0" cap="none" baseline="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1048704" name="Title 1"/>
          <p:cNvSpPr>
            <a:spLocks noGrp="1"/>
          </p:cNvSpPr>
          <p:nvPr>
            <p:ph type="title"/>
          </p:nvPr>
        </p:nvSpPr>
        <p:spPr>
          <a:xfrm>
            <a:off x="321869" y="243840"/>
            <a:ext cx="9103360" cy="809549"/>
          </a:xfrm>
        </p:spPr>
        <p:txBody>
          <a:bodyPr/>
          <a:lstStyle/>
          <a:p>
            <a:r>
              <a:rPr kumimoji="0" lang="en-US"/>
              <a:t>Click to edit Master title style</a:t>
            </a:r>
          </a:p>
        </p:txBody>
      </p:sp>
      <p:sp>
        <p:nvSpPr>
          <p:cNvPr id="1048705" name="Date Placeholder 4"/>
          <p:cNvSpPr>
            <a:spLocks noGrp="1"/>
          </p:cNvSpPr>
          <p:nvPr>
            <p:ph type="dt" sz="half" idx="10"/>
          </p:nvPr>
        </p:nvSpPr>
        <p:spPr>
          <a:xfrm>
            <a:off x="6177280" y="6837274"/>
            <a:ext cx="3247949" cy="390144"/>
          </a:xfrm>
        </p:spPr>
        <p:txBody>
          <a:bodyPr/>
          <a:lstStyle/>
          <a:p>
            <a:pPr algn="r">
              <a:lnSpc>
                <a:spcPct val="100000"/>
              </a:lnSpc>
              <a:buNone/>
            </a:pPr>
            <a:r>
              <a:rPr lang="en-US" sz="1100" b="0" strike="noStrike" spc="-1">
                <a:solidFill>
                  <a:srgbClr val="000000"/>
                </a:solidFill>
                <a:latin typeface="Tw Cen MT"/>
              </a:rPr>
              <a:t>&lt;date/time&gt;</a:t>
            </a:r>
            <a:endParaRPr lang="en-US" sz="1100" b="0" strike="noStrike" spc="-1">
              <a:latin typeface="Arial"/>
            </a:endParaRPr>
          </a:p>
        </p:txBody>
      </p:sp>
      <p:sp>
        <p:nvSpPr>
          <p:cNvPr id="1048706" name="Footer Placeholder 5"/>
          <p:cNvSpPr>
            <a:spLocks noGrp="1"/>
          </p:cNvSpPr>
          <p:nvPr>
            <p:ph type="ftr" sz="quarter" idx="11"/>
          </p:nvPr>
        </p:nvSpPr>
        <p:spPr/>
        <p:txBody>
          <a:bodyPr/>
          <a:lstStyle/>
          <a:p>
            <a:pPr algn="ctr">
              <a:buNone/>
            </a:pPr>
            <a:r>
              <a:rPr lang="en-US" sz="1400" b="0" strike="noStrike" spc="-1">
                <a:latin typeface="Arial"/>
              </a:rPr>
              <a:t>&lt;footer&gt;</a:t>
            </a:r>
          </a:p>
        </p:txBody>
      </p:sp>
      <p:sp>
        <p:nvSpPr>
          <p:cNvPr id="1048707" name="Slide Number Placeholder 6"/>
          <p:cNvSpPr>
            <a:spLocks noGrp="1"/>
          </p:cNvSpPr>
          <p:nvPr>
            <p:ph type="sldNum" sz="quarter" idx="12"/>
          </p:nvPr>
        </p:nvSpPr>
        <p:spPr/>
        <p:txBody>
          <a:bodyPr/>
          <a:lstStyle/>
          <a:p>
            <a:pPr algn="r">
              <a:lnSpc>
                <a:spcPct val="100000"/>
              </a:lnSpc>
              <a:buNone/>
            </a:pPr>
            <a:fld id="{58786552-C93F-4E4B-A70C-3A2C7E838444}" type="slidenum">
              <a:rPr lang="en-US" sz="1100" b="0" strike="noStrike" spc="-1" smtClean="0">
                <a:solidFill>
                  <a:srgbClr val="000000"/>
                </a:solidFill>
                <a:latin typeface="Tw Cen MT"/>
              </a:rPr>
              <a:pPr algn="r">
                <a:lnSpc>
                  <a:spcPct val="100000"/>
                </a:lnSpc>
                <a:buNone/>
              </a:pPr>
              <a:t>‹#›</a:t>
            </a:fld>
            <a:endParaRPr lang="en-US" sz="1100" b="0" strike="noStrike" spc="-1">
              <a:latin typeface="Arial"/>
            </a:endParaRPr>
          </a:p>
        </p:txBody>
      </p:sp>
      <p:sp>
        <p:nvSpPr>
          <p:cNvPr id="1048708" name="Straight Connector 7"/>
          <p:cNvSpPr>
            <a:spLocks noChangeShapeType="1"/>
          </p:cNvSpPr>
          <p:nvPr/>
        </p:nvSpPr>
        <p:spPr bwMode="auto">
          <a:xfrm flipV="1">
            <a:off x="4867286" y="1680696"/>
            <a:ext cx="9516" cy="5140861"/>
          </a:xfrm>
          <a:prstGeom prst="line">
            <a:avLst/>
          </a:prstGeom>
          <a:noFill/>
          <a:ln w="9525" cap="flat" cmpd="sng" algn="ctr">
            <a:solidFill>
              <a:schemeClr val="tx2"/>
            </a:solidFill>
            <a:prstDash val="sysDash"/>
            <a:round/>
            <a:headEnd type="none" w="med" len="med"/>
            <a:tailEnd type="none" w="med" len="med"/>
          </a:ln>
          <a:effectLst/>
        </p:spPr>
        <p:txBody>
          <a:bodyPr vert="horz" wrap="none" lIns="97530" tIns="48765" rIns="97530" bIns="48765" anchor="ctr" compatLnSpc="1"/>
          <a:lstStyle/>
          <a:p>
            <a:endParaRPr kumimoji="0" lang="en-US"/>
          </a:p>
        </p:txBody>
      </p:sp>
      <p:sp>
        <p:nvSpPr>
          <p:cNvPr id="1048709" name="Content Placeholder 9"/>
          <p:cNvSpPr>
            <a:spLocks noGrp="1"/>
          </p:cNvSpPr>
          <p:nvPr>
            <p:ph sz="half" idx="1"/>
          </p:nvPr>
        </p:nvSpPr>
        <p:spPr>
          <a:xfrm>
            <a:off x="321869" y="1463040"/>
            <a:ext cx="4307840" cy="4993843"/>
          </a:xfrm>
        </p:spPr>
        <p:txBody>
          <a:bodyPr/>
          <a:lstStyle>
            <a:lvl1pPr>
              <a:defRPr sz="27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710" name="Content Placeholder 11"/>
          <p:cNvSpPr>
            <a:spLocks noGrp="1"/>
          </p:cNvSpPr>
          <p:nvPr>
            <p:ph sz="half" idx="2"/>
          </p:nvPr>
        </p:nvSpPr>
        <p:spPr>
          <a:xfrm>
            <a:off x="5120640" y="1463040"/>
            <a:ext cx="4307840" cy="4993843"/>
          </a:xfrm>
        </p:spPr>
        <p:txBody>
          <a:bodyPr/>
          <a:lstStyle>
            <a:lvl1pPr>
              <a:defRPr sz="27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48711" name="Straight Connector 9"/>
          <p:cNvSpPr>
            <a:spLocks noChangeShapeType="1"/>
          </p:cNvSpPr>
          <p:nvPr/>
        </p:nvSpPr>
        <p:spPr bwMode="auto">
          <a:xfrm flipV="1">
            <a:off x="4876800" y="2346960"/>
            <a:ext cx="0" cy="4467149"/>
          </a:xfrm>
          <a:prstGeom prst="line">
            <a:avLst/>
          </a:prstGeom>
          <a:noFill/>
          <a:ln w="9525" cap="flat" cmpd="sng" algn="ctr">
            <a:solidFill>
              <a:schemeClr val="tx2"/>
            </a:solidFill>
            <a:prstDash val="sysDash"/>
            <a:round/>
            <a:headEnd type="none" w="med" len="med"/>
            <a:tailEnd type="none" w="med" len="med"/>
          </a:ln>
          <a:effectLst/>
        </p:spPr>
        <p:txBody>
          <a:bodyPr vert="horz" wrap="none" lIns="97530" tIns="48765" rIns="97530" bIns="48765" anchor="ctr" compatLnSpc="1"/>
          <a:lstStyle/>
          <a:p>
            <a:endParaRPr kumimoji="0" lang="en-US"/>
          </a:p>
        </p:txBody>
      </p:sp>
      <p:sp>
        <p:nvSpPr>
          <p:cNvPr id="1048712" name="Rectangle 19"/>
          <p:cNvSpPr>
            <a:spLocks noChangeArrowheads="1"/>
          </p:cNvSpPr>
          <p:nvPr/>
        </p:nvSpPr>
        <p:spPr bwMode="white">
          <a:xfrm>
            <a:off x="0" y="0"/>
            <a:ext cx="9753600" cy="154432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713" name="Rectangle 18"/>
          <p:cNvSpPr>
            <a:spLocks noChangeArrowheads="1"/>
          </p:cNvSpPr>
          <p:nvPr/>
        </p:nvSpPr>
        <p:spPr bwMode="white">
          <a:xfrm>
            <a:off x="0" y="7152640"/>
            <a:ext cx="9753600" cy="16256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714" name="Rectangle 20"/>
          <p:cNvSpPr>
            <a:spLocks noChangeArrowheads="1"/>
          </p:cNvSpPr>
          <p:nvPr/>
        </p:nvSpPr>
        <p:spPr bwMode="white">
          <a:xfrm>
            <a:off x="0" y="0"/>
            <a:ext cx="162560" cy="73152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715" name="Rectangle 21"/>
          <p:cNvSpPr>
            <a:spLocks noChangeArrowheads="1"/>
          </p:cNvSpPr>
          <p:nvPr/>
        </p:nvSpPr>
        <p:spPr bwMode="white">
          <a:xfrm>
            <a:off x="9591040" y="0"/>
            <a:ext cx="162560" cy="73152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716" name="Rectangle 10"/>
          <p:cNvSpPr/>
          <p:nvPr/>
        </p:nvSpPr>
        <p:spPr>
          <a:xfrm>
            <a:off x="162560" y="1463040"/>
            <a:ext cx="9421978" cy="97536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7530" tIns="48765" rIns="97530" bIns="48765" anchor="ctr"/>
          <a:lstStyle/>
          <a:p>
            <a:pPr algn="ctr" eaLnBrk="1" latinLnBrk="0" hangingPunct="1"/>
            <a:endParaRPr kumimoji="0" lang="en-US"/>
          </a:p>
        </p:txBody>
      </p:sp>
      <p:sp>
        <p:nvSpPr>
          <p:cNvPr id="1048717" name="Rectangle 12"/>
          <p:cNvSpPr>
            <a:spLocks noChangeArrowheads="1"/>
          </p:cNvSpPr>
          <p:nvPr/>
        </p:nvSpPr>
        <p:spPr bwMode="auto">
          <a:xfrm>
            <a:off x="155651" y="6817767"/>
            <a:ext cx="9421978" cy="33162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718" name="Text Placeholder 2"/>
          <p:cNvSpPr>
            <a:spLocks noGrp="1"/>
          </p:cNvSpPr>
          <p:nvPr>
            <p:ph type="body" idx="1"/>
          </p:nvPr>
        </p:nvSpPr>
        <p:spPr>
          <a:xfrm>
            <a:off x="321869" y="1625600"/>
            <a:ext cx="4309534" cy="781839"/>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300" b="1" dirty="0" smtClean="0">
                <a:solidFill>
                  <a:srgbClr val="FFFFFF"/>
                </a:solidFill>
              </a:defRPr>
            </a:lvl1pPr>
            <a:lvl2pPr>
              <a:buNone/>
              <a:defRPr sz="2100" b="1"/>
            </a:lvl2pPr>
            <a:lvl3pPr>
              <a:buNone/>
              <a:defRPr sz="1900" b="1"/>
            </a:lvl3pPr>
            <a:lvl4pPr>
              <a:buNone/>
              <a:defRPr sz="1700" b="1"/>
            </a:lvl4pPr>
            <a:lvl5pPr>
              <a:buNone/>
              <a:defRPr sz="1700" b="1"/>
            </a:lvl5pPr>
          </a:lstStyle>
          <a:p>
            <a:pPr lvl="0" eaLnBrk="1" latinLnBrk="0" hangingPunct="1"/>
            <a:r>
              <a:rPr kumimoji="0" lang="en-US"/>
              <a:t>Click to edit Master text styles</a:t>
            </a:r>
          </a:p>
        </p:txBody>
      </p:sp>
      <p:sp>
        <p:nvSpPr>
          <p:cNvPr id="1048719" name="Text Placeholder 3"/>
          <p:cNvSpPr>
            <a:spLocks noGrp="1"/>
          </p:cNvSpPr>
          <p:nvPr>
            <p:ph type="body" sz="half" idx="3"/>
          </p:nvPr>
        </p:nvSpPr>
        <p:spPr>
          <a:xfrm>
            <a:off x="5110752" y="1625600"/>
            <a:ext cx="4311227" cy="780288"/>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300" b="1"/>
            </a:lvl1pPr>
            <a:lvl2pPr>
              <a:buNone/>
              <a:defRPr sz="2100" b="1"/>
            </a:lvl2pPr>
            <a:lvl3pPr>
              <a:buNone/>
              <a:defRPr sz="1900" b="1"/>
            </a:lvl3pPr>
            <a:lvl4pPr>
              <a:buNone/>
              <a:defRPr sz="1700" b="1"/>
            </a:lvl4pPr>
            <a:lvl5pPr>
              <a:buNone/>
              <a:defRPr sz="1700" b="1"/>
            </a:lvl5pPr>
          </a:lstStyle>
          <a:p>
            <a:pPr lvl="0" eaLnBrk="1" latinLnBrk="0" hangingPunct="1"/>
            <a:r>
              <a:rPr kumimoji="0" lang="en-US"/>
              <a:t>Click to edit Master text styles</a:t>
            </a:r>
          </a:p>
        </p:txBody>
      </p:sp>
      <p:sp>
        <p:nvSpPr>
          <p:cNvPr id="1048720" name="Date Placeholder 6"/>
          <p:cNvSpPr>
            <a:spLocks noGrp="1"/>
          </p:cNvSpPr>
          <p:nvPr>
            <p:ph type="dt" sz="half" idx="10"/>
          </p:nvPr>
        </p:nvSpPr>
        <p:spPr/>
        <p:txBody>
          <a:bodyPr/>
          <a:lstStyle/>
          <a:p>
            <a:pPr algn="r">
              <a:lnSpc>
                <a:spcPct val="100000"/>
              </a:lnSpc>
              <a:buNone/>
            </a:pPr>
            <a:r>
              <a:rPr lang="en-US" sz="1100" b="0" strike="noStrike" spc="-1">
                <a:solidFill>
                  <a:srgbClr val="000000"/>
                </a:solidFill>
                <a:latin typeface="Tw Cen MT"/>
              </a:rPr>
              <a:t>&lt;date/time&gt;</a:t>
            </a:r>
            <a:endParaRPr lang="en-US" sz="1100" b="0" strike="noStrike" spc="-1">
              <a:latin typeface="Arial"/>
            </a:endParaRPr>
          </a:p>
        </p:txBody>
      </p:sp>
      <p:sp>
        <p:nvSpPr>
          <p:cNvPr id="1048721" name="Footer Placeholder 7"/>
          <p:cNvSpPr>
            <a:spLocks noGrp="1"/>
          </p:cNvSpPr>
          <p:nvPr>
            <p:ph type="ftr" sz="quarter" idx="11"/>
          </p:nvPr>
        </p:nvSpPr>
        <p:spPr>
          <a:xfrm>
            <a:off x="325120" y="6837274"/>
            <a:ext cx="3820160" cy="390144"/>
          </a:xfrm>
        </p:spPr>
        <p:txBody>
          <a:bodyPr/>
          <a:lstStyle/>
          <a:p>
            <a:pPr algn="ctr">
              <a:buNone/>
            </a:pPr>
            <a:r>
              <a:rPr lang="en-US" sz="1400" b="0" strike="noStrike" spc="-1">
                <a:latin typeface="Arial"/>
              </a:rPr>
              <a:t>&lt;footer&gt;</a:t>
            </a:r>
          </a:p>
        </p:txBody>
      </p:sp>
      <p:sp>
        <p:nvSpPr>
          <p:cNvPr id="1048722" name="Straight Connector 14"/>
          <p:cNvSpPr>
            <a:spLocks noChangeShapeType="1"/>
          </p:cNvSpPr>
          <p:nvPr/>
        </p:nvSpPr>
        <p:spPr bwMode="auto">
          <a:xfrm>
            <a:off x="162560" y="1365504"/>
            <a:ext cx="9421978"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7530" tIns="48765" rIns="97530" bIns="48765" anchor="ctr" compatLnSpc="1"/>
          <a:lstStyle/>
          <a:p>
            <a:endParaRPr kumimoji="0" lang="en-US"/>
          </a:p>
        </p:txBody>
      </p:sp>
      <p:sp>
        <p:nvSpPr>
          <p:cNvPr id="1048723" name="Rectangle 17"/>
          <p:cNvSpPr>
            <a:spLocks noChangeArrowheads="1"/>
          </p:cNvSpPr>
          <p:nvPr/>
        </p:nvSpPr>
        <p:spPr bwMode="auto">
          <a:xfrm>
            <a:off x="162560" y="165811"/>
            <a:ext cx="9421978" cy="698357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7530" tIns="48765" rIns="97530" bIns="48765" anchor="ctr" compatLnSpc="1"/>
          <a:lstStyle/>
          <a:p>
            <a:endParaRPr kumimoji="0" lang="en-US" dirty="0"/>
          </a:p>
        </p:txBody>
      </p:sp>
      <p:sp>
        <p:nvSpPr>
          <p:cNvPr id="1048724" name="Content Placeholder 23"/>
          <p:cNvSpPr>
            <a:spLocks noGrp="1"/>
          </p:cNvSpPr>
          <p:nvPr>
            <p:ph sz="quarter" idx="2"/>
          </p:nvPr>
        </p:nvSpPr>
        <p:spPr>
          <a:xfrm>
            <a:off x="321869" y="2636142"/>
            <a:ext cx="4311091" cy="407296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725" name="Content Placeholder 25"/>
          <p:cNvSpPr>
            <a:spLocks noGrp="1"/>
          </p:cNvSpPr>
          <p:nvPr>
            <p:ph sz="quarter" idx="4"/>
          </p:nvPr>
        </p:nvSpPr>
        <p:spPr>
          <a:xfrm>
            <a:off x="5120640" y="2636142"/>
            <a:ext cx="4307840" cy="4077005"/>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726" name="Oval 24"/>
          <p:cNvSpPr/>
          <p:nvPr/>
        </p:nvSpPr>
        <p:spPr>
          <a:xfrm>
            <a:off x="4551680" y="1019772"/>
            <a:ext cx="650240" cy="65024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7530" tIns="48765" rIns="97530" bIns="48765" anchor="ctr"/>
          <a:lstStyle/>
          <a:p>
            <a:pPr algn="ctr" eaLnBrk="1" latinLnBrk="0" hangingPunct="1"/>
            <a:endParaRPr kumimoji="0" lang="en-US"/>
          </a:p>
        </p:txBody>
      </p:sp>
      <p:sp>
        <p:nvSpPr>
          <p:cNvPr id="1048727" name="Oval 26"/>
          <p:cNvSpPr/>
          <p:nvPr/>
        </p:nvSpPr>
        <p:spPr>
          <a:xfrm>
            <a:off x="4652467" y="1120559"/>
            <a:ext cx="448666" cy="448666"/>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lIns="97530" tIns="48765" rIns="97530" bIns="48765" anchor="ctr"/>
          <a:lstStyle/>
          <a:p>
            <a:pPr algn="ctr" eaLnBrk="1" latinLnBrk="0" hangingPunct="1"/>
            <a:endParaRPr kumimoji="0" lang="en-US"/>
          </a:p>
        </p:txBody>
      </p:sp>
      <p:sp>
        <p:nvSpPr>
          <p:cNvPr id="1048728" name="Slide Number Placeholder 8"/>
          <p:cNvSpPr>
            <a:spLocks noGrp="1"/>
          </p:cNvSpPr>
          <p:nvPr>
            <p:ph type="sldNum" sz="quarter" idx="12"/>
          </p:nvPr>
        </p:nvSpPr>
        <p:spPr>
          <a:xfrm>
            <a:off x="4632960" y="1111911"/>
            <a:ext cx="487680" cy="470747"/>
          </a:xfrm>
        </p:spPr>
        <p:txBody>
          <a:bodyPr/>
          <a:lstStyle>
            <a:lvl1pPr algn="ctr"/>
          </a:lstStyle>
          <a:p>
            <a:pPr algn="r">
              <a:lnSpc>
                <a:spcPct val="100000"/>
              </a:lnSpc>
              <a:buNone/>
            </a:pPr>
            <a:fld id="{58786552-C93F-4E4B-A70C-3A2C7E838444}" type="slidenum">
              <a:rPr lang="en-US" sz="1100" b="0" strike="noStrike" spc="-1" smtClean="0">
                <a:solidFill>
                  <a:srgbClr val="000000"/>
                </a:solidFill>
                <a:latin typeface="Tw Cen MT"/>
              </a:rPr>
              <a:pPr algn="r">
                <a:lnSpc>
                  <a:spcPct val="100000"/>
                </a:lnSpc>
                <a:buNone/>
              </a:pPr>
              <a:t>‹#›</a:t>
            </a:fld>
            <a:endParaRPr lang="en-US" sz="1100" b="0" strike="noStrike" spc="-1">
              <a:latin typeface="Arial"/>
            </a:endParaRPr>
          </a:p>
        </p:txBody>
      </p:sp>
      <p:sp>
        <p:nvSpPr>
          <p:cNvPr id="1048729" name="Title 22"/>
          <p:cNvSpPr>
            <a:spLocks noGrp="1"/>
          </p:cNvSpPr>
          <p:nvPr>
            <p:ph type="title"/>
          </p:nvPr>
        </p:nvSpPr>
        <p:spPr/>
        <p:txBody>
          <a:bodyPr rtlCol="0" anchor="b" anchorCtr="0"/>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43" name="Title 1"/>
          <p:cNvSpPr>
            <a:spLocks noGrp="1"/>
          </p:cNvSpPr>
          <p:nvPr>
            <p:ph type="title"/>
          </p:nvPr>
        </p:nvSpPr>
        <p:spPr/>
        <p:txBody>
          <a:bodyPr/>
          <a:lstStyle/>
          <a:p>
            <a:r>
              <a:rPr kumimoji="0" lang="en-US"/>
              <a:t>Click to edit Master title style</a:t>
            </a:r>
          </a:p>
        </p:txBody>
      </p:sp>
      <p:sp>
        <p:nvSpPr>
          <p:cNvPr id="1048644" name="Date Placeholder 2"/>
          <p:cNvSpPr>
            <a:spLocks noGrp="1"/>
          </p:cNvSpPr>
          <p:nvPr>
            <p:ph type="dt" sz="half" idx="10"/>
          </p:nvPr>
        </p:nvSpPr>
        <p:spPr/>
        <p:txBody>
          <a:bodyPr/>
          <a:lstStyle/>
          <a:p>
            <a:endParaRPr lang="en-IN"/>
          </a:p>
        </p:txBody>
      </p:sp>
      <p:sp>
        <p:nvSpPr>
          <p:cNvPr id="1048645" name="Footer Placeholder 3"/>
          <p:cNvSpPr>
            <a:spLocks noGrp="1"/>
          </p:cNvSpPr>
          <p:nvPr>
            <p:ph type="ftr" sz="quarter" idx="11"/>
          </p:nvPr>
        </p:nvSpPr>
        <p:spPr/>
        <p:txBody>
          <a:bodyPr/>
          <a:lstStyle/>
          <a:p>
            <a:r>
              <a:rPr lang="en-IN"/>
              <a:t>Footer</a:t>
            </a:r>
          </a:p>
        </p:txBody>
      </p:sp>
      <p:sp>
        <p:nvSpPr>
          <p:cNvPr id="1048646" name="Slide Number Placeholder 4"/>
          <p:cNvSpPr>
            <a:spLocks noGrp="1"/>
          </p:cNvSpPr>
          <p:nvPr>
            <p:ph type="sldNum" sz="quarter" idx="12"/>
          </p:nvPr>
        </p:nvSpPr>
        <p:spPr>
          <a:xfrm>
            <a:off x="4632960" y="1105088"/>
            <a:ext cx="487680" cy="470747"/>
          </a:xfrm>
        </p:spPr>
        <p:txBody>
          <a:bodyPr/>
          <a:lstStyle/>
          <a:p>
            <a:fld id="{F01F9A7B-D871-482E-81F1-807E8FD5E304}"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48590" name="Rectangle 6"/>
          <p:cNvSpPr>
            <a:spLocks noChangeArrowheads="1"/>
          </p:cNvSpPr>
          <p:nvPr/>
        </p:nvSpPr>
        <p:spPr bwMode="white">
          <a:xfrm>
            <a:off x="0" y="7152640"/>
            <a:ext cx="9753600" cy="16256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591" name="Rectangle 7"/>
          <p:cNvSpPr>
            <a:spLocks noChangeArrowheads="1"/>
          </p:cNvSpPr>
          <p:nvPr/>
        </p:nvSpPr>
        <p:spPr bwMode="white">
          <a:xfrm>
            <a:off x="0" y="0"/>
            <a:ext cx="9753600" cy="16581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592" name="Rectangle 9"/>
          <p:cNvSpPr>
            <a:spLocks noChangeArrowheads="1"/>
          </p:cNvSpPr>
          <p:nvPr/>
        </p:nvSpPr>
        <p:spPr bwMode="white">
          <a:xfrm>
            <a:off x="9591040" y="0"/>
            <a:ext cx="162560" cy="73152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593" name="Rectangle 8"/>
          <p:cNvSpPr>
            <a:spLocks noChangeArrowheads="1"/>
          </p:cNvSpPr>
          <p:nvPr/>
        </p:nvSpPr>
        <p:spPr bwMode="white">
          <a:xfrm>
            <a:off x="0" y="0"/>
            <a:ext cx="162560" cy="73152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594" name="Rectangle 4"/>
          <p:cNvSpPr>
            <a:spLocks noChangeArrowheads="1"/>
          </p:cNvSpPr>
          <p:nvPr/>
        </p:nvSpPr>
        <p:spPr bwMode="auto">
          <a:xfrm>
            <a:off x="156057" y="6817767"/>
            <a:ext cx="9421978" cy="330201"/>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595" name="Rectangle 5"/>
          <p:cNvSpPr>
            <a:spLocks noChangeArrowheads="1"/>
          </p:cNvSpPr>
          <p:nvPr/>
        </p:nvSpPr>
        <p:spPr bwMode="auto">
          <a:xfrm>
            <a:off x="162560" y="169062"/>
            <a:ext cx="9421978" cy="698357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7530" tIns="48765" rIns="97530" bIns="48765" anchor="ctr" compatLnSpc="1"/>
          <a:lstStyle/>
          <a:p>
            <a:endParaRPr kumimoji="0" lang="en-US" dirty="0"/>
          </a:p>
        </p:txBody>
      </p:sp>
      <p:sp>
        <p:nvSpPr>
          <p:cNvPr id="1048596" name="Date Placeholder 1"/>
          <p:cNvSpPr>
            <a:spLocks noGrp="1"/>
          </p:cNvSpPr>
          <p:nvPr>
            <p:ph type="dt" sz="half" idx="10"/>
          </p:nvPr>
        </p:nvSpPr>
        <p:spPr/>
        <p:txBody>
          <a:bodyPr/>
          <a:lstStyle/>
          <a:p>
            <a:pPr algn="r">
              <a:lnSpc>
                <a:spcPct val="100000"/>
              </a:lnSpc>
              <a:buNone/>
            </a:pPr>
            <a:r>
              <a:rPr lang="en-US" sz="1100" b="0" strike="noStrike" spc="-1">
                <a:solidFill>
                  <a:srgbClr val="000000"/>
                </a:solidFill>
                <a:latin typeface="Tw Cen MT"/>
              </a:rPr>
              <a:t>&lt;date/time&gt;</a:t>
            </a:r>
            <a:endParaRPr lang="en-US" sz="1100" b="0" strike="noStrike" spc="-1">
              <a:latin typeface="Arial"/>
            </a:endParaRPr>
          </a:p>
        </p:txBody>
      </p:sp>
      <p:sp>
        <p:nvSpPr>
          <p:cNvPr id="1048597" name="Footer Placeholder 2"/>
          <p:cNvSpPr>
            <a:spLocks noGrp="1"/>
          </p:cNvSpPr>
          <p:nvPr>
            <p:ph type="ftr" sz="quarter" idx="11"/>
          </p:nvPr>
        </p:nvSpPr>
        <p:spPr/>
        <p:txBody>
          <a:bodyPr/>
          <a:lstStyle/>
          <a:p>
            <a:pPr algn="ctr">
              <a:buNone/>
            </a:pPr>
            <a:r>
              <a:rPr lang="en-US" sz="1400" b="0" strike="noStrike" spc="-1">
                <a:latin typeface="Arial"/>
              </a:rPr>
              <a:t>&lt;footer&gt;</a:t>
            </a:r>
          </a:p>
        </p:txBody>
      </p:sp>
      <p:sp>
        <p:nvSpPr>
          <p:cNvPr id="1048598" name="Slide Number Placeholder 3"/>
          <p:cNvSpPr>
            <a:spLocks noGrp="1"/>
          </p:cNvSpPr>
          <p:nvPr>
            <p:ph type="sldNum" sz="quarter" idx="12"/>
          </p:nvPr>
        </p:nvSpPr>
        <p:spPr>
          <a:xfrm>
            <a:off x="4551680" y="6746240"/>
            <a:ext cx="650240" cy="470746"/>
          </a:xfrm>
        </p:spPr>
        <p:txBody>
          <a:bodyPr/>
          <a:lstStyle>
            <a:lvl1pPr>
              <a:defRPr>
                <a:solidFill>
                  <a:srgbClr val="FFFFFF"/>
                </a:solidFill>
              </a:defRPr>
            </a:lvl1pPr>
          </a:lstStyle>
          <a:p>
            <a:pPr algn="r">
              <a:lnSpc>
                <a:spcPct val="100000"/>
              </a:lnSpc>
              <a:buNone/>
            </a:pPr>
            <a:fld id="{58786552-C93F-4E4B-A70C-3A2C7E838444}" type="slidenum">
              <a:rPr lang="en-US" sz="1100" b="0" strike="noStrike" spc="-1" smtClean="0">
                <a:solidFill>
                  <a:srgbClr val="000000"/>
                </a:solidFill>
                <a:latin typeface="Tw Cen MT"/>
              </a:rPr>
              <a:pPr algn="r">
                <a:lnSpc>
                  <a:spcPct val="100000"/>
                </a:lnSpc>
                <a:buNone/>
              </a:pPr>
              <a:t>‹#›</a:t>
            </a:fld>
            <a:endParaRPr lang="en-US" sz="11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48730" name="Rectangle 18"/>
          <p:cNvSpPr>
            <a:spLocks noChangeArrowheads="1"/>
          </p:cNvSpPr>
          <p:nvPr/>
        </p:nvSpPr>
        <p:spPr bwMode="auto">
          <a:xfrm>
            <a:off x="162560" y="162560"/>
            <a:ext cx="9421978" cy="32512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731" name="Rectangle 14"/>
          <p:cNvSpPr>
            <a:spLocks noChangeArrowheads="1"/>
          </p:cNvSpPr>
          <p:nvPr/>
        </p:nvSpPr>
        <p:spPr bwMode="white">
          <a:xfrm>
            <a:off x="0" y="7152640"/>
            <a:ext cx="9753600" cy="16256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732" name="Rectangle 17"/>
          <p:cNvSpPr>
            <a:spLocks noChangeArrowheads="1"/>
          </p:cNvSpPr>
          <p:nvPr/>
        </p:nvSpPr>
        <p:spPr bwMode="white">
          <a:xfrm>
            <a:off x="9591040" y="0"/>
            <a:ext cx="162560" cy="73152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733" name="Rectangle 15"/>
          <p:cNvSpPr>
            <a:spLocks noChangeArrowheads="1"/>
          </p:cNvSpPr>
          <p:nvPr/>
        </p:nvSpPr>
        <p:spPr bwMode="white">
          <a:xfrm>
            <a:off x="0" y="0"/>
            <a:ext cx="9753600" cy="126797"/>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734" name="Rectangle 16"/>
          <p:cNvSpPr>
            <a:spLocks noChangeArrowheads="1"/>
          </p:cNvSpPr>
          <p:nvPr/>
        </p:nvSpPr>
        <p:spPr bwMode="white">
          <a:xfrm>
            <a:off x="0" y="0"/>
            <a:ext cx="162560" cy="73152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735" name="Rectangle 12"/>
          <p:cNvSpPr/>
          <p:nvPr/>
        </p:nvSpPr>
        <p:spPr>
          <a:xfrm>
            <a:off x="162560" y="650240"/>
            <a:ext cx="2926080" cy="625856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7530" tIns="48765" rIns="97530" bIns="48765" anchor="ctr"/>
          <a:lstStyle/>
          <a:p>
            <a:pPr algn="ctr" eaLnBrk="1" latinLnBrk="0" hangingPunct="1"/>
            <a:endParaRPr kumimoji="0" lang="en-US"/>
          </a:p>
        </p:txBody>
      </p:sp>
      <p:sp>
        <p:nvSpPr>
          <p:cNvPr id="1048736" name="Title 1"/>
          <p:cNvSpPr>
            <a:spLocks noGrp="1"/>
          </p:cNvSpPr>
          <p:nvPr>
            <p:ph type="title"/>
          </p:nvPr>
        </p:nvSpPr>
        <p:spPr>
          <a:xfrm>
            <a:off x="406400" y="975360"/>
            <a:ext cx="2519680" cy="1056640"/>
          </a:xfrm>
        </p:spPr>
        <p:txBody>
          <a:bodyPr anchor="b">
            <a:noAutofit/>
          </a:bodyPr>
          <a:lstStyle>
            <a:lvl1pPr algn="l">
              <a:buNone/>
              <a:defRPr sz="2300" b="1">
                <a:solidFill>
                  <a:srgbClr val="FFFFFF"/>
                </a:solidFill>
              </a:defRPr>
            </a:lvl1pPr>
          </a:lstStyle>
          <a:p>
            <a:r>
              <a:rPr kumimoji="0" lang="en-US"/>
              <a:t>Click to edit Master title style</a:t>
            </a:r>
          </a:p>
        </p:txBody>
      </p:sp>
      <p:sp>
        <p:nvSpPr>
          <p:cNvPr id="1048737" name="Text Placeholder 2"/>
          <p:cNvSpPr>
            <a:spLocks noGrp="1"/>
          </p:cNvSpPr>
          <p:nvPr>
            <p:ph type="body" idx="2"/>
          </p:nvPr>
        </p:nvSpPr>
        <p:spPr>
          <a:xfrm>
            <a:off x="406400" y="2113280"/>
            <a:ext cx="2519680" cy="4421294"/>
          </a:xfrm>
        </p:spPr>
        <p:txBody>
          <a:bodyPr/>
          <a:lstStyle>
            <a:lvl1pPr marL="0" indent="0">
              <a:spcAft>
                <a:spcPts val="1067"/>
              </a:spcAft>
              <a:buNone/>
              <a:defRPr sz="1700">
                <a:solidFill>
                  <a:srgbClr val="FFFFFF"/>
                </a:solidFill>
              </a:defRPr>
            </a:lvl1pPr>
            <a:lvl2pPr>
              <a:buNone/>
              <a:defRPr sz="1300"/>
            </a:lvl2pPr>
            <a:lvl3pPr>
              <a:buNone/>
              <a:defRPr sz="1100"/>
            </a:lvl3pPr>
            <a:lvl4pPr>
              <a:buNone/>
              <a:defRPr sz="1000"/>
            </a:lvl4pPr>
            <a:lvl5pPr>
              <a:buNone/>
              <a:defRPr sz="1000"/>
            </a:lvl5pPr>
          </a:lstStyle>
          <a:p>
            <a:pPr lvl="0" eaLnBrk="1" latinLnBrk="0" hangingPunct="1"/>
            <a:r>
              <a:rPr kumimoji="0" lang="en-US"/>
              <a:t>Click to edit Master text styles</a:t>
            </a:r>
          </a:p>
        </p:txBody>
      </p:sp>
      <p:sp>
        <p:nvSpPr>
          <p:cNvPr id="1048738" name="Rectangle 7"/>
          <p:cNvSpPr>
            <a:spLocks noChangeArrowheads="1"/>
          </p:cNvSpPr>
          <p:nvPr/>
        </p:nvSpPr>
        <p:spPr bwMode="auto">
          <a:xfrm>
            <a:off x="162560" y="162560"/>
            <a:ext cx="9421978" cy="698357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7530" tIns="48765" rIns="97530" bIns="48765" anchor="ctr" compatLnSpc="1"/>
          <a:lstStyle/>
          <a:p>
            <a:endParaRPr kumimoji="0" lang="en-US" dirty="0"/>
          </a:p>
        </p:txBody>
      </p:sp>
      <p:sp>
        <p:nvSpPr>
          <p:cNvPr id="1048739" name="Straight Connector 8"/>
          <p:cNvSpPr>
            <a:spLocks noChangeShapeType="1"/>
          </p:cNvSpPr>
          <p:nvPr/>
        </p:nvSpPr>
        <p:spPr bwMode="auto">
          <a:xfrm>
            <a:off x="162560" y="568960"/>
            <a:ext cx="9421978"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7530" tIns="48765" rIns="97530" bIns="48765" anchor="ctr" compatLnSpc="1"/>
          <a:lstStyle/>
          <a:p>
            <a:endParaRPr kumimoji="0" lang="en-US"/>
          </a:p>
        </p:txBody>
      </p:sp>
      <p:sp>
        <p:nvSpPr>
          <p:cNvPr id="1048740" name="Content Placeholder 19"/>
          <p:cNvSpPr>
            <a:spLocks noGrp="1"/>
          </p:cNvSpPr>
          <p:nvPr>
            <p:ph sz="quarter" idx="1"/>
          </p:nvPr>
        </p:nvSpPr>
        <p:spPr>
          <a:xfrm>
            <a:off x="3332480" y="731520"/>
            <a:ext cx="6014720" cy="577088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741" name="Oval 9"/>
          <p:cNvSpPr/>
          <p:nvPr/>
        </p:nvSpPr>
        <p:spPr>
          <a:xfrm>
            <a:off x="1381760" y="243840"/>
            <a:ext cx="650240" cy="65024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7530" tIns="48765" rIns="97530" bIns="48765" anchor="ctr"/>
          <a:lstStyle/>
          <a:p>
            <a:pPr algn="ctr" eaLnBrk="1" latinLnBrk="0" hangingPunct="1"/>
            <a:endParaRPr kumimoji="0" lang="en-US"/>
          </a:p>
        </p:txBody>
      </p:sp>
      <p:sp>
        <p:nvSpPr>
          <p:cNvPr id="1048742" name="Oval 10"/>
          <p:cNvSpPr/>
          <p:nvPr/>
        </p:nvSpPr>
        <p:spPr>
          <a:xfrm>
            <a:off x="1482547" y="344627"/>
            <a:ext cx="448666" cy="448666"/>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lIns="97530" tIns="48765" rIns="97530" bIns="48765" anchor="ctr"/>
          <a:lstStyle/>
          <a:p>
            <a:pPr algn="ctr" eaLnBrk="1" latinLnBrk="0" hangingPunct="1"/>
            <a:endParaRPr kumimoji="0" lang="en-US"/>
          </a:p>
        </p:txBody>
      </p:sp>
      <p:sp>
        <p:nvSpPr>
          <p:cNvPr id="1048743" name="Slide Number Placeholder 6"/>
          <p:cNvSpPr>
            <a:spLocks noGrp="1"/>
          </p:cNvSpPr>
          <p:nvPr>
            <p:ph type="sldNum" sz="quarter" idx="12"/>
          </p:nvPr>
        </p:nvSpPr>
        <p:spPr>
          <a:xfrm>
            <a:off x="1463040" y="333588"/>
            <a:ext cx="487680" cy="470747"/>
          </a:xfrm>
        </p:spPr>
        <p:txBody>
          <a:bodyPr/>
          <a:lstStyle>
            <a:lvl1pPr>
              <a:defRPr>
                <a:solidFill>
                  <a:schemeClr val="accent3">
                    <a:shade val="75000"/>
                  </a:schemeClr>
                </a:solidFill>
              </a:defRPr>
            </a:lvl1pPr>
          </a:lstStyle>
          <a:p>
            <a:pPr algn="r">
              <a:lnSpc>
                <a:spcPct val="100000"/>
              </a:lnSpc>
              <a:buNone/>
            </a:pPr>
            <a:fld id="{58786552-C93F-4E4B-A70C-3A2C7E838444}" type="slidenum">
              <a:rPr lang="en-US" sz="1100" b="0" strike="noStrike" spc="-1" smtClean="0">
                <a:solidFill>
                  <a:srgbClr val="000000"/>
                </a:solidFill>
                <a:latin typeface="Tw Cen MT"/>
              </a:rPr>
              <a:pPr algn="r">
                <a:lnSpc>
                  <a:spcPct val="100000"/>
                </a:lnSpc>
                <a:buNone/>
              </a:pPr>
              <a:t>‹#›</a:t>
            </a:fld>
            <a:endParaRPr lang="en-US" sz="1100" b="0" strike="noStrike" spc="-1">
              <a:latin typeface="Arial"/>
            </a:endParaRPr>
          </a:p>
        </p:txBody>
      </p:sp>
      <p:sp>
        <p:nvSpPr>
          <p:cNvPr id="1048744" name="Rectangle 20"/>
          <p:cNvSpPr>
            <a:spLocks noChangeArrowheads="1"/>
          </p:cNvSpPr>
          <p:nvPr/>
        </p:nvSpPr>
        <p:spPr bwMode="auto">
          <a:xfrm>
            <a:off x="159309" y="6814278"/>
            <a:ext cx="9421978" cy="330201"/>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745" name="Date Placeholder 4"/>
          <p:cNvSpPr>
            <a:spLocks noGrp="1"/>
          </p:cNvSpPr>
          <p:nvPr>
            <p:ph type="dt" sz="half" idx="10"/>
          </p:nvPr>
        </p:nvSpPr>
        <p:spPr/>
        <p:txBody>
          <a:bodyPr/>
          <a:lstStyle/>
          <a:p>
            <a:pPr algn="r">
              <a:lnSpc>
                <a:spcPct val="100000"/>
              </a:lnSpc>
              <a:buNone/>
            </a:pPr>
            <a:r>
              <a:rPr lang="en-US" sz="1100" b="0" strike="noStrike" spc="-1">
                <a:solidFill>
                  <a:srgbClr val="000000"/>
                </a:solidFill>
                <a:latin typeface="Tw Cen MT"/>
              </a:rPr>
              <a:t>&lt;date/time&gt;</a:t>
            </a:r>
            <a:endParaRPr lang="en-US" sz="1100" b="0" strike="noStrike" spc="-1">
              <a:latin typeface="Arial"/>
            </a:endParaRPr>
          </a:p>
        </p:txBody>
      </p:sp>
      <p:sp>
        <p:nvSpPr>
          <p:cNvPr id="1048746" name="Footer Placeholder 5"/>
          <p:cNvSpPr>
            <a:spLocks noGrp="1"/>
          </p:cNvSpPr>
          <p:nvPr>
            <p:ph type="ftr" sz="quarter" idx="11"/>
          </p:nvPr>
        </p:nvSpPr>
        <p:spPr>
          <a:xfrm>
            <a:off x="321869" y="6838238"/>
            <a:ext cx="3608832" cy="390144"/>
          </a:xfrm>
        </p:spPr>
        <p:txBody>
          <a:bodyPr/>
          <a:lstStyle/>
          <a:p>
            <a:pPr algn="ctr">
              <a:buNone/>
            </a:pPr>
            <a:r>
              <a:rPr lang="en-US" sz="1400" b="0" strike="noStrike" spc="-1">
                <a:latin typeface="Arial"/>
              </a:rPr>
              <a:t>&lt;footer&gt;</a:t>
            </a: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048666" name="Straight Connector 20"/>
          <p:cNvSpPr>
            <a:spLocks noChangeShapeType="1"/>
          </p:cNvSpPr>
          <p:nvPr/>
        </p:nvSpPr>
        <p:spPr bwMode="auto">
          <a:xfrm>
            <a:off x="162560" y="568960"/>
            <a:ext cx="9421978"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7530" tIns="48765" rIns="97530" bIns="48765" anchor="ctr" compatLnSpc="1"/>
          <a:lstStyle/>
          <a:p>
            <a:endParaRPr kumimoji="0" lang="en-US"/>
          </a:p>
        </p:txBody>
      </p:sp>
      <p:sp>
        <p:nvSpPr>
          <p:cNvPr id="1048667" name="Rectangle 18"/>
          <p:cNvSpPr>
            <a:spLocks noChangeArrowheads="1"/>
          </p:cNvSpPr>
          <p:nvPr/>
        </p:nvSpPr>
        <p:spPr bwMode="white">
          <a:xfrm>
            <a:off x="0" y="7152640"/>
            <a:ext cx="9753600" cy="16256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668" name="Rectangle 15"/>
          <p:cNvSpPr>
            <a:spLocks noChangeArrowheads="1"/>
          </p:cNvSpPr>
          <p:nvPr/>
        </p:nvSpPr>
        <p:spPr bwMode="white">
          <a:xfrm>
            <a:off x="9591040" y="0"/>
            <a:ext cx="162560" cy="73152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669" name="Rectangle 16"/>
          <p:cNvSpPr>
            <a:spLocks noChangeArrowheads="1"/>
          </p:cNvSpPr>
          <p:nvPr/>
        </p:nvSpPr>
        <p:spPr bwMode="white">
          <a:xfrm>
            <a:off x="0" y="0"/>
            <a:ext cx="9753600" cy="16256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670" name="Rectangle 17"/>
          <p:cNvSpPr>
            <a:spLocks noChangeArrowheads="1"/>
          </p:cNvSpPr>
          <p:nvPr/>
        </p:nvSpPr>
        <p:spPr bwMode="white">
          <a:xfrm>
            <a:off x="0" y="0"/>
            <a:ext cx="162560" cy="73152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dirty="0"/>
          </a:p>
        </p:txBody>
      </p:sp>
      <p:sp>
        <p:nvSpPr>
          <p:cNvPr id="1048671" name="Rectangle 19"/>
          <p:cNvSpPr>
            <a:spLocks noChangeArrowheads="1"/>
          </p:cNvSpPr>
          <p:nvPr/>
        </p:nvSpPr>
        <p:spPr bwMode="auto">
          <a:xfrm>
            <a:off x="162560" y="162560"/>
            <a:ext cx="9421978" cy="321869"/>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672" name="Rectangle 7"/>
          <p:cNvSpPr/>
          <p:nvPr/>
        </p:nvSpPr>
        <p:spPr>
          <a:xfrm>
            <a:off x="162560" y="650240"/>
            <a:ext cx="2926080" cy="625856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7530" tIns="48765" rIns="97530" bIns="48765" anchor="ctr"/>
          <a:lstStyle/>
          <a:p>
            <a:pPr algn="ctr" eaLnBrk="1" latinLnBrk="0" hangingPunct="1"/>
            <a:endParaRPr kumimoji="0" lang="en-US"/>
          </a:p>
        </p:txBody>
      </p:sp>
      <p:sp>
        <p:nvSpPr>
          <p:cNvPr id="1048673" name="Rectangle 14"/>
          <p:cNvSpPr>
            <a:spLocks noChangeArrowheads="1"/>
          </p:cNvSpPr>
          <p:nvPr/>
        </p:nvSpPr>
        <p:spPr bwMode="auto">
          <a:xfrm>
            <a:off x="162560" y="165811"/>
            <a:ext cx="9421978" cy="698357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7530" tIns="48765" rIns="97530" bIns="48765" anchor="ctr" compatLnSpc="1"/>
          <a:lstStyle/>
          <a:p>
            <a:endParaRPr kumimoji="0" lang="en-US" dirty="0"/>
          </a:p>
        </p:txBody>
      </p:sp>
      <p:sp>
        <p:nvSpPr>
          <p:cNvPr id="1048674" name="Oval 11"/>
          <p:cNvSpPr/>
          <p:nvPr/>
        </p:nvSpPr>
        <p:spPr>
          <a:xfrm>
            <a:off x="1381760" y="243840"/>
            <a:ext cx="650240" cy="65024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7530" tIns="48765" rIns="97530" bIns="48765" anchor="ctr"/>
          <a:lstStyle/>
          <a:p>
            <a:pPr algn="ctr" eaLnBrk="1" latinLnBrk="0" hangingPunct="1"/>
            <a:endParaRPr kumimoji="0" lang="en-US"/>
          </a:p>
        </p:txBody>
      </p:sp>
      <p:sp>
        <p:nvSpPr>
          <p:cNvPr id="1048675" name="Oval 12"/>
          <p:cNvSpPr/>
          <p:nvPr/>
        </p:nvSpPr>
        <p:spPr>
          <a:xfrm>
            <a:off x="1482547" y="344627"/>
            <a:ext cx="448666" cy="448666"/>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lIns="97530" tIns="48765" rIns="97530" bIns="48765" anchor="ctr"/>
          <a:lstStyle/>
          <a:p>
            <a:pPr algn="ctr" eaLnBrk="1" latinLnBrk="0" hangingPunct="1"/>
            <a:endParaRPr kumimoji="0" lang="en-US"/>
          </a:p>
        </p:txBody>
      </p:sp>
      <p:sp>
        <p:nvSpPr>
          <p:cNvPr id="1048676" name="Slide Number Placeholder 6"/>
          <p:cNvSpPr>
            <a:spLocks noGrp="1"/>
          </p:cNvSpPr>
          <p:nvPr>
            <p:ph type="sldNum" sz="quarter" idx="12"/>
          </p:nvPr>
        </p:nvSpPr>
        <p:spPr>
          <a:xfrm>
            <a:off x="1463040" y="333588"/>
            <a:ext cx="487680" cy="470747"/>
          </a:xfrm>
        </p:spPr>
        <p:txBody>
          <a:bodyPr/>
          <a:lstStyle/>
          <a:p>
            <a:pPr algn="r">
              <a:lnSpc>
                <a:spcPct val="100000"/>
              </a:lnSpc>
              <a:buNone/>
            </a:pPr>
            <a:fld id="{58786552-C93F-4E4B-A70C-3A2C7E838444}" type="slidenum">
              <a:rPr lang="en-US" sz="1100" b="0" strike="noStrike" spc="-1" smtClean="0">
                <a:solidFill>
                  <a:srgbClr val="000000"/>
                </a:solidFill>
                <a:latin typeface="Tw Cen MT"/>
              </a:rPr>
              <a:pPr algn="r">
                <a:lnSpc>
                  <a:spcPct val="100000"/>
                </a:lnSpc>
                <a:buNone/>
              </a:pPr>
              <a:t>‹#›</a:t>
            </a:fld>
            <a:endParaRPr lang="en-US" sz="1100" b="0" strike="noStrike" spc="-1">
              <a:latin typeface="Arial"/>
            </a:endParaRPr>
          </a:p>
        </p:txBody>
      </p:sp>
      <p:sp>
        <p:nvSpPr>
          <p:cNvPr id="1048677" name="Title 1"/>
          <p:cNvSpPr>
            <a:spLocks noGrp="1"/>
          </p:cNvSpPr>
          <p:nvPr>
            <p:ph type="title"/>
          </p:nvPr>
        </p:nvSpPr>
        <p:spPr>
          <a:xfrm>
            <a:off x="3200400" y="5364480"/>
            <a:ext cx="6258560" cy="1300480"/>
          </a:xfrm>
        </p:spPr>
        <p:txBody>
          <a:bodyPr anchor="t">
            <a:noAutofit/>
          </a:bodyPr>
          <a:lstStyle>
            <a:lvl1pPr algn="l">
              <a:buNone/>
              <a:defRPr sz="2600" b="1">
                <a:solidFill>
                  <a:schemeClr val="tx2"/>
                </a:solidFill>
              </a:defRPr>
            </a:lvl1pPr>
          </a:lstStyle>
          <a:p>
            <a:r>
              <a:rPr kumimoji="0" lang="en-US"/>
              <a:t>Click to edit Master title style</a:t>
            </a:r>
          </a:p>
        </p:txBody>
      </p:sp>
      <p:sp>
        <p:nvSpPr>
          <p:cNvPr id="1048678" name="Picture Placeholder 2"/>
          <p:cNvSpPr>
            <a:spLocks noGrp="1"/>
          </p:cNvSpPr>
          <p:nvPr>
            <p:ph type="pic" idx="1"/>
          </p:nvPr>
        </p:nvSpPr>
        <p:spPr>
          <a:xfrm>
            <a:off x="3200400" y="650240"/>
            <a:ext cx="6258560" cy="4551680"/>
          </a:xfrm>
        </p:spPr>
        <p:txBody>
          <a:bodyPr/>
          <a:lstStyle>
            <a:lvl1pPr marL="0" indent="0">
              <a:buNone/>
              <a:defRPr sz="3400"/>
            </a:lvl1pPr>
          </a:lstStyle>
          <a:p>
            <a:r>
              <a:rPr kumimoji="0" lang="en-US"/>
              <a:t>Click icon to add picture</a:t>
            </a:r>
            <a:endParaRPr kumimoji="0" lang="en-US" dirty="0"/>
          </a:p>
        </p:txBody>
      </p:sp>
      <p:sp>
        <p:nvSpPr>
          <p:cNvPr id="1048679" name="Text Placeholder 3"/>
          <p:cNvSpPr>
            <a:spLocks noGrp="1"/>
          </p:cNvSpPr>
          <p:nvPr>
            <p:ph type="body" sz="half" idx="2"/>
          </p:nvPr>
        </p:nvSpPr>
        <p:spPr>
          <a:xfrm>
            <a:off x="406400" y="1056640"/>
            <a:ext cx="2600960" cy="5608320"/>
          </a:xfrm>
        </p:spPr>
        <p:txBody>
          <a:bodyPr/>
          <a:lstStyle>
            <a:lvl1pPr marL="0" indent="0">
              <a:spcAft>
                <a:spcPts val="1067"/>
              </a:spcAft>
              <a:buFontTx/>
              <a:buNone/>
              <a:defRPr sz="1700">
                <a:solidFill>
                  <a:srgbClr val="FFFFFF"/>
                </a:solidFill>
              </a:defRPr>
            </a:lvl1pPr>
            <a:lvl2pPr>
              <a:defRPr sz="1300"/>
            </a:lvl2pPr>
            <a:lvl3pPr>
              <a:defRPr sz="1100"/>
            </a:lvl3pPr>
            <a:lvl4pPr>
              <a:defRPr sz="1000"/>
            </a:lvl4pPr>
            <a:lvl5pPr>
              <a:defRPr sz="1000"/>
            </a:lvl5pPr>
          </a:lstStyle>
          <a:p>
            <a:pPr lvl="0" eaLnBrk="1" latinLnBrk="0" hangingPunct="1"/>
            <a:r>
              <a:rPr kumimoji="0" lang="en-US"/>
              <a:t>Click to edit Master text styles</a:t>
            </a:r>
          </a:p>
        </p:txBody>
      </p:sp>
      <p:sp>
        <p:nvSpPr>
          <p:cNvPr id="1048680" name="Rectangle 21"/>
          <p:cNvSpPr>
            <a:spLocks noChangeArrowheads="1"/>
          </p:cNvSpPr>
          <p:nvPr/>
        </p:nvSpPr>
        <p:spPr bwMode="auto">
          <a:xfrm>
            <a:off x="159309" y="6814278"/>
            <a:ext cx="9421978" cy="330201"/>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681" name="Date Placeholder 4"/>
          <p:cNvSpPr>
            <a:spLocks noGrp="1"/>
          </p:cNvSpPr>
          <p:nvPr>
            <p:ph type="dt" sz="half" idx="10"/>
          </p:nvPr>
        </p:nvSpPr>
        <p:spPr>
          <a:xfrm>
            <a:off x="6174029" y="6831983"/>
            <a:ext cx="3247949" cy="390144"/>
          </a:xfrm>
        </p:spPr>
        <p:txBody>
          <a:bodyPr/>
          <a:lstStyle/>
          <a:p>
            <a:pPr algn="r">
              <a:lnSpc>
                <a:spcPct val="100000"/>
              </a:lnSpc>
              <a:buNone/>
            </a:pPr>
            <a:r>
              <a:rPr lang="en-US" sz="1100" b="0" strike="noStrike" spc="-1">
                <a:solidFill>
                  <a:srgbClr val="000000"/>
                </a:solidFill>
                <a:latin typeface="Tw Cen MT"/>
              </a:rPr>
              <a:t>&lt;date/time&gt;</a:t>
            </a:r>
            <a:endParaRPr lang="en-US" sz="1100" b="0" strike="noStrike" spc="-1">
              <a:latin typeface="Arial"/>
            </a:endParaRPr>
          </a:p>
        </p:txBody>
      </p:sp>
      <p:sp>
        <p:nvSpPr>
          <p:cNvPr id="1048682" name="Footer Placeholder 5"/>
          <p:cNvSpPr>
            <a:spLocks noGrp="1"/>
          </p:cNvSpPr>
          <p:nvPr>
            <p:ph type="ftr" sz="quarter" idx="11"/>
          </p:nvPr>
        </p:nvSpPr>
        <p:spPr>
          <a:xfrm>
            <a:off x="321869" y="6838238"/>
            <a:ext cx="3823411" cy="390144"/>
          </a:xfrm>
        </p:spPr>
        <p:txBody>
          <a:bodyPr/>
          <a:lstStyle/>
          <a:p>
            <a:pPr algn="ctr">
              <a:buNone/>
            </a:pPr>
            <a:r>
              <a:rPr lang="en-US" sz="1400" b="0" strike="noStrike" spc="-1">
                <a:latin typeface="Arial"/>
              </a:rPr>
              <a:t>&lt;footer&gt;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1048683" name="Title 1"/>
          <p:cNvSpPr>
            <a:spLocks noGrp="1"/>
          </p:cNvSpPr>
          <p:nvPr>
            <p:ph type="title"/>
          </p:nvPr>
        </p:nvSpPr>
        <p:spPr/>
        <p:txBody>
          <a:bodyPr/>
          <a:lstStyle/>
          <a:p>
            <a:r>
              <a:rPr kumimoji="0" lang="en-US"/>
              <a:t>Click to edit Master title style</a:t>
            </a:r>
          </a:p>
        </p:txBody>
      </p:sp>
      <p:sp>
        <p:nvSpPr>
          <p:cNvPr id="1048684"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685" name="Date Placeholder 3"/>
          <p:cNvSpPr>
            <a:spLocks noGrp="1"/>
          </p:cNvSpPr>
          <p:nvPr>
            <p:ph type="dt" sz="half" idx="10"/>
          </p:nvPr>
        </p:nvSpPr>
        <p:spPr/>
        <p:txBody>
          <a:bodyPr/>
          <a:lstStyle/>
          <a:p>
            <a:pPr algn="r">
              <a:lnSpc>
                <a:spcPct val="100000"/>
              </a:lnSpc>
              <a:buNone/>
            </a:pPr>
            <a:r>
              <a:rPr lang="en-US" sz="1100" b="0" strike="noStrike" spc="-1">
                <a:solidFill>
                  <a:srgbClr val="000000"/>
                </a:solidFill>
                <a:latin typeface="Tw Cen MT"/>
              </a:rPr>
              <a:t>&lt;date/time&gt;</a:t>
            </a:r>
            <a:endParaRPr lang="en-US" sz="1100" b="0" strike="noStrike" spc="-1">
              <a:latin typeface="Arial"/>
            </a:endParaRPr>
          </a:p>
        </p:txBody>
      </p:sp>
      <p:sp>
        <p:nvSpPr>
          <p:cNvPr id="1048686" name="Footer Placeholder 4"/>
          <p:cNvSpPr>
            <a:spLocks noGrp="1"/>
          </p:cNvSpPr>
          <p:nvPr>
            <p:ph type="ftr" sz="quarter" idx="11"/>
          </p:nvPr>
        </p:nvSpPr>
        <p:spPr/>
        <p:txBody>
          <a:bodyPr/>
          <a:lstStyle/>
          <a:p>
            <a:pPr algn="ctr">
              <a:buNone/>
            </a:pPr>
            <a:r>
              <a:rPr lang="en-US" sz="1400" b="0" strike="noStrike" spc="-1">
                <a:latin typeface="Arial"/>
              </a:rPr>
              <a:t>&lt;footer&gt;</a:t>
            </a:r>
          </a:p>
        </p:txBody>
      </p:sp>
      <p:sp>
        <p:nvSpPr>
          <p:cNvPr id="1048687" name="Slide Number Placeholder 5"/>
          <p:cNvSpPr>
            <a:spLocks noGrp="1"/>
          </p:cNvSpPr>
          <p:nvPr>
            <p:ph type="sldNum" sz="quarter" idx="12"/>
          </p:nvPr>
        </p:nvSpPr>
        <p:spPr/>
        <p:txBody>
          <a:bodyPr/>
          <a:lstStyle/>
          <a:p>
            <a:pPr algn="r">
              <a:lnSpc>
                <a:spcPct val="100000"/>
              </a:lnSpc>
              <a:buNone/>
            </a:pPr>
            <a:fld id="{58786552-C93F-4E4B-A70C-3A2C7E838444}" type="slidenum">
              <a:rPr lang="en-US" sz="1100" b="0" strike="noStrike" spc="-1" smtClean="0">
                <a:solidFill>
                  <a:srgbClr val="000000"/>
                </a:solidFill>
                <a:latin typeface="Tw Cen MT"/>
              </a:rPr>
              <a:pPr algn="r">
                <a:lnSpc>
                  <a:spcPct val="100000"/>
                </a:lnSpc>
                <a:buNone/>
              </a:pPr>
              <a:t>‹#›</a:t>
            </a:fld>
            <a:endParaRPr lang="en-US" sz="1100" b="0" strike="noStrike" spc="-1">
              <a:latin typeface="Arial"/>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1048647" name="Rectangle 6"/>
          <p:cNvSpPr>
            <a:spLocks noChangeArrowheads="1"/>
          </p:cNvSpPr>
          <p:nvPr/>
        </p:nvSpPr>
        <p:spPr bwMode="white">
          <a:xfrm>
            <a:off x="0" y="7152640"/>
            <a:ext cx="9753600" cy="16256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648" name="Rectangle 7"/>
          <p:cNvSpPr>
            <a:spLocks noChangeArrowheads="1"/>
          </p:cNvSpPr>
          <p:nvPr/>
        </p:nvSpPr>
        <p:spPr bwMode="white">
          <a:xfrm>
            <a:off x="7477760" y="0"/>
            <a:ext cx="2275840" cy="73152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649" name="Rectangle 8"/>
          <p:cNvSpPr>
            <a:spLocks noChangeArrowheads="1"/>
          </p:cNvSpPr>
          <p:nvPr/>
        </p:nvSpPr>
        <p:spPr bwMode="white">
          <a:xfrm>
            <a:off x="0" y="0"/>
            <a:ext cx="9753600" cy="16581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650" name="Rectangle 9"/>
          <p:cNvSpPr>
            <a:spLocks noChangeArrowheads="1"/>
          </p:cNvSpPr>
          <p:nvPr/>
        </p:nvSpPr>
        <p:spPr bwMode="white">
          <a:xfrm>
            <a:off x="0" y="0"/>
            <a:ext cx="162560" cy="73152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651" name="Rectangle 10"/>
          <p:cNvSpPr>
            <a:spLocks noChangeArrowheads="1"/>
          </p:cNvSpPr>
          <p:nvPr/>
        </p:nvSpPr>
        <p:spPr bwMode="auto">
          <a:xfrm>
            <a:off x="156057" y="6817767"/>
            <a:ext cx="9421978" cy="330201"/>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652" name="Rectangle 11"/>
          <p:cNvSpPr>
            <a:spLocks noChangeArrowheads="1"/>
          </p:cNvSpPr>
          <p:nvPr/>
        </p:nvSpPr>
        <p:spPr bwMode="auto">
          <a:xfrm>
            <a:off x="162560" y="165811"/>
            <a:ext cx="9421978" cy="698357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7530" tIns="48765" rIns="97530" bIns="48765" anchor="ctr" compatLnSpc="1"/>
          <a:lstStyle/>
          <a:p>
            <a:endParaRPr kumimoji="0" lang="en-US" dirty="0"/>
          </a:p>
        </p:txBody>
      </p:sp>
      <p:sp>
        <p:nvSpPr>
          <p:cNvPr id="1048653" name="Straight Connector 12"/>
          <p:cNvSpPr>
            <a:spLocks noChangeShapeType="1"/>
          </p:cNvSpPr>
          <p:nvPr/>
        </p:nvSpPr>
        <p:spPr bwMode="auto">
          <a:xfrm rot="5400000">
            <a:off x="4289958" y="3496666"/>
            <a:ext cx="6661709"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7530" tIns="48765" rIns="97530" bIns="48765" anchor="ctr" compatLnSpc="1"/>
          <a:lstStyle/>
          <a:p>
            <a:endParaRPr kumimoji="0" lang="en-US"/>
          </a:p>
        </p:txBody>
      </p:sp>
      <p:sp>
        <p:nvSpPr>
          <p:cNvPr id="1048654" name="Oval 13"/>
          <p:cNvSpPr/>
          <p:nvPr/>
        </p:nvSpPr>
        <p:spPr>
          <a:xfrm>
            <a:off x="7295693" y="3120814"/>
            <a:ext cx="650240" cy="65024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7530" tIns="48765" rIns="97530" bIns="48765" anchor="ctr"/>
          <a:lstStyle/>
          <a:p>
            <a:pPr algn="ctr" eaLnBrk="1" latinLnBrk="0" hangingPunct="1"/>
            <a:endParaRPr kumimoji="0" lang="en-US"/>
          </a:p>
        </p:txBody>
      </p:sp>
      <p:sp>
        <p:nvSpPr>
          <p:cNvPr id="1048655" name="Oval 14"/>
          <p:cNvSpPr/>
          <p:nvPr/>
        </p:nvSpPr>
        <p:spPr>
          <a:xfrm>
            <a:off x="7396480" y="3221601"/>
            <a:ext cx="448666" cy="448666"/>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lIns="97530" tIns="48765" rIns="97530" bIns="48765" anchor="ctr"/>
          <a:lstStyle/>
          <a:p>
            <a:pPr algn="ctr" eaLnBrk="1" latinLnBrk="0" hangingPunct="1"/>
            <a:endParaRPr kumimoji="0" lang="en-US"/>
          </a:p>
        </p:txBody>
      </p:sp>
      <p:sp>
        <p:nvSpPr>
          <p:cNvPr id="1048656" name="Slide Number Placeholder 5"/>
          <p:cNvSpPr>
            <a:spLocks noGrp="1"/>
          </p:cNvSpPr>
          <p:nvPr>
            <p:ph type="sldNum" sz="quarter" idx="12"/>
          </p:nvPr>
        </p:nvSpPr>
        <p:spPr>
          <a:xfrm>
            <a:off x="7376973" y="3210561"/>
            <a:ext cx="487680" cy="470747"/>
          </a:xfrm>
        </p:spPr>
        <p:txBody>
          <a:bodyPr/>
          <a:lstStyle/>
          <a:p>
            <a:pPr algn="r">
              <a:lnSpc>
                <a:spcPct val="100000"/>
              </a:lnSpc>
              <a:buNone/>
            </a:pPr>
            <a:fld id="{58786552-C93F-4E4B-A70C-3A2C7E838444}" type="slidenum">
              <a:rPr lang="en-US" sz="1100" b="0" strike="noStrike" spc="-1" smtClean="0">
                <a:solidFill>
                  <a:srgbClr val="000000"/>
                </a:solidFill>
                <a:latin typeface="Tw Cen MT"/>
              </a:rPr>
              <a:pPr algn="r">
                <a:lnSpc>
                  <a:spcPct val="100000"/>
                </a:lnSpc>
                <a:buNone/>
              </a:pPr>
              <a:t>‹#›</a:t>
            </a:fld>
            <a:endParaRPr lang="en-US" sz="1100" b="0" strike="noStrike" spc="-1">
              <a:latin typeface="Arial"/>
            </a:endParaRPr>
          </a:p>
        </p:txBody>
      </p:sp>
      <p:sp>
        <p:nvSpPr>
          <p:cNvPr id="1048657" name="Vertical Text Placeholder 2"/>
          <p:cNvSpPr>
            <a:spLocks noGrp="1"/>
          </p:cNvSpPr>
          <p:nvPr>
            <p:ph type="body" orient="vert" idx="1"/>
          </p:nvPr>
        </p:nvSpPr>
        <p:spPr>
          <a:xfrm>
            <a:off x="325120" y="325120"/>
            <a:ext cx="6990080" cy="6209457"/>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48658" name="Date Placeholder 3"/>
          <p:cNvSpPr>
            <a:spLocks noGrp="1"/>
          </p:cNvSpPr>
          <p:nvPr>
            <p:ph type="dt" sz="half" idx="10"/>
          </p:nvPr>
        </p:nvSpPr>
        <p:spPr/>
        <p:txBody>
          <a:bodyPr/>
          <a:lstStyle/>
          <a:p>
            <a:pPr algn="r">
              <a:lnSpc>
                <a:spcPct val="100000"/>
              </a:lnSpc>
              <a:buNone/>
            </a:pPr>
            <a:r>
              <a:rPr lang="en-US" sz="1100" b="0" strike="noStrike" spc="-1">
                <a:solidFill>
                  <a:srgbClr val="000000"/>
                </a:solidFill>
                <a:latin typeface="Tw Cen MT"/>
              </a:rPr>
              <a:t>&lt;date/time&gt;</a:t>
            </a:r>
            <a:endParaRPr lang="en-US" sz="1100" b="0" strike="noStrike" spc="-1">
              <a:latin typeface="Arial"/>
            </a:endParaRPr>
          </a:p>
        </p:txBody>
      </p:sp>
      <p:sp>
        <p:nvSpPr>
          <p:cNvPr id="1048659" name="Footer Placeholder 4"/>
          <p:cNvSpPr>
            <a:spLocks noGrp="1"/>
          </p:cNvSpPr>
          <p:nvPr>
            <p:ph type="ftr" sz="quarter" idx="11"/>
          </p:nvPr>
        </p:nvSpPr>
        <p:spPr/>
        <p:txBody>
          <a:bodyPr/>
          <a:lstStyle/>
          <a:p>
            <a:pPr algn="ctr">
              <a:buNone/>
            </a:pPr>
            <a:r>
              <a:rPr lang="en-US" sz="1400" b="0" strike="noStrike" spc="-1">
                <a:latin typeface="Arial"/>
              </a:rPr>
              <a:t>&lt;footer&gt;</a:t>
            </a:r>
          </a:p>
        </p:txBody>
      </p:sp>
      <p:sp>
        <p:nvSpPr>
          <p:cNvPr id="1048660" name="Vertical Title 1"/>
          <p:cNvSpPr>
            <a:spLocks noGrp="1"/>
          </p:cNvSpPr>
          <p:nvPr>
            <p:ph type="title" orient="vert"/>
          </p:nvPr>
        </p:nvSpPr>
        <p:spPr>
          <a:xfrm>
            <a:off x="7884160" y="325121"/>
            <a:ext cx="1544320" cy="6241627"/>
          </a:xfrm>
        </p:spPr>
        <p:txBody>
          <a:bodyPr vert="eaVert"/>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Rectangle 16"/>
          <p:cNvSpPr>
            <a:spLocks noChangeArrowheads="1"/>
          </p:cNvSpPr>
          <p:nvPr/>
        </p:nvSpPr>
        <p:spPr bwMode="white">
          <a:xfrm>
            <a:off x="0" y="7152640"/>
            <a:ext cx="9753600" cy="16256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577" name="Rectangle 15"/>
          <p:cNvSpPr>
            <a:spLocks noChangeArrowheads="1"/>
          </p:cNvSpPr>
          <p:nvPr/>
        </p:nvSpPr>
        <p:spPr bwMode="white">
          <a:xfrm>
            <a:off x="0" y="1"/>
            <a:ext cx="9753600" cy="148626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578" name="Rectangle 17"/>
          <p:cNvSpPr>
            <a:spLocks noChangeArrowheads="1"/>
          </p:cNvSpPr>
          <p:nvPr/>
        </p:nvSpPr>
        <p:spPr bwMode="white">
          <a:xfrm>
            <a:off x="0" y="0"/>
            <a:ext cx="162560" cy="73152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579" name="Rectangle 18"/>
          <p:cNvSpPr>
            <a:spLocks noChangeArrowheads="1"/>
          </p:cNvSpPr>
          <p:nvPr/>
        </p:nvSpPr>
        <p:spPr bwMode="white">
          <a:xfrm>
            <a:off x="9591040" y="0"/>
            <a:ext cx="162560" cy="73152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580" name="Rectangle 8"/>
          <p:cNvSpPr>
            <a:spLocks noChangeArrowheads="1"/>
          </p:cNvSpPr>
          <p:nvPr/>
        </p:nvSpPr>
        <p:spPr bwMode="auto">
          <a:xfrm>
            <a:off x="159309" y="6814278"/>
            <a:ext cx="9421978" cy="330201"/>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7530" tIns="48765" rIns="97530" bIns="48765" anchor="ctr" compatLnSpc="1"/>
          <a:lstStyle/>
          <a:p>
            <a:endParaRPr kumimoji="0" lang="en-US"/>
          </a:p>
        </p:txBody>
      </p:sp>
      <p:sp>
        <p:nvSpPr>
          <p:cNvPr id="1048581" name="Date Placeholder 13"/>
          <p:cNvSpPr>
            <a:spLocks noGrp="1"/>
          </p:cNvSpPr>
          <p:nvPr>
            <p:ph type="dt" sz="half" idx="2"/>
          </p:nvPr>
        </p:nvSpPr>
        <p:spPr>
          <a:xfrm>
            <a:off x="6177280" y="6831983"/>
            <a:ext cx="3247949" cy="390144"/>
          </a:xfrm>
          <a:prstGeom prst="rect">
            <a:avLst/>
          </a:prstGeom>
        </p:spPr>
        <p:txBody>
          <a:bodyPr vert="horz" lIns="97530" tIns="48765" rIns="97530" bIns="48765"/>
          <a:lstStyle>
            <a:lvl1pPr algn="r" eaLnBrk="1" latinLnBrk="0" hangingPunct="1">
              <a:defRPr kumimoji="0" sz="1500">
                <a:solidFill>
                  <a:srgbClr val="FFFFFF"/>
                </a:solidFill>
              </a:defRPr>
            </a:lvl1pPr>
          </a:lstStyle>
          <a:p>
            <a:pPr algn="r">
              <a:lnSpc>
                <a:spcPct val="100000"/>
              </a:lnSpc>
              <a:buNone/>
            </a:pPr>
            <a:r>
              <a:rPr lang="en-US" sz="1100" b="0" strike="noStrike" spc="-1">
                <a:solidFill>
                  <a:srgbClr val="000000"/>
                </a:solidFill>
                <a:latin typeface="Tw Cen MT"/>
              </a:rPr>
              <a:t>&lt;date/time&gt;</a:t>
            </a:r>
            <a:endParaRPr lang="en-US" sz="1100" b="0" strike="noStrike" spc="-1">
              <a:latin typeface="Arial"/>
            </a:endParaRPr>
          </a:p>
        </p:txBody>
      </p:sp>
      <p:sp>
        <p:nvSpPr>
          <p:cNvPr id="1048582" name="Footer Placeholder 2"/>
          <p:cNvSpPr>
            <a:spLocks noGrp="1"/>
          </p:cNvSpPr>
          <p:nvPr>
            <p:ph type="ftr" sz="quarter" idx="3"/>
          </p:nvPr>
        </p:nvSpPr>
        <p:spPr>
          <a:xfrm>
            <a:off x="325120" y="6838238"/>
            <a:ext cx="3820160" cy="390144"/>
          </a:xfrm>
          <a:prstGeom prst="rect">
            <a:avLst/>
          </a:prstGeom>
        </p:spPr>
        <p:txBody>
          <a:bodyPr vert="horz" lIns="97530" tIns="48765" rIns="97530" bIns="48765"/>
          <a:lstStyle>
            <a:lvl1pPr algn="l" eaLnBrk="1" latinLnBrk="0" hangingPunct="1">
              <a:defRPr kumimoji="0" sz="1300">
                <a:solidFill>
                  <a:srgbClr val="FFFFFF"/>
                </a:solidFill>
              </a:defRPr>
            </a:lvl1pPr>
          </a:lstStyle>
          <a:p>
            <a:pPr algn="ctr">
              <a:buNone/>
            </a:pPr>
            <a:r>
              <a:rPr lang="en-US" sz="1400" b="0" strike="noStrike" spc="-1">
                <a:latin typeface="Arial"/>
              </a:rPr>
              <a:t>&lt;footer&gt;</a:t>
            </a:r>
          </a:p>
        </p:txBody>
      </p:sp>
      <p:sp>
        <p:nvSpPr>
          <p:cNvPr id="1048583" name="Rectangle 7"/>
          <p:cNvSpPr>
            <a:spLocks noChangeArrowheads="1"/>
          </p:cNvSpPr>
          <p:nvPr/>
        </p:nvSpPr>
        <p:spPr bwMode="auto">
          <a:xfrm>
            <a:off x="162560" y="165811"/>
            <a:ext cx="9421978" cy="6983578"/>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7530" tIns="48765" rIns="97530" bIns="48765" anchor="ctr" compatLnSpc="1"/>
          <a:lstStyle/>
          <a:p>
            <a:endParaRPr kumimoji="0" lang="en-US" dirty="0"/>
          </a:p>
        </p:txBody>
      </p:sp>
      <p:sp>
        <p:nvSpPr>
          <p:cNvPr id="1048584" name="Straight Connector 9"/>
          <p:cNvSpPr>
            <a:spLocks noChangeShapeType="1"/>
          </p:cNvSpPr>
          <p:nvPr/>
        </p:nvSpPr>
        <p:spPr bwMode="auto">
          <a:xfrm>
            <a:off x="162560" y="1361859"/>
            <a:ext cx="9421978"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7530" tIns="48765" rIns="97530" bIns="48765" anchor="ctr" compatLnSpc="1"/>
          <a:lstStyle/>
          <a:p>
            <a:endParaRPr kumimoji="0" lang="en-US"/>
          </a:p>
        </p:txBody>
      </p:sp>
      <p:sp>
        <p:nvSpPr>
          <p:cNvPr id="1048585" name="Oval 11"/>
          <p:cNvSpPr/>
          <p:nvPr/>
        </p:nvSpPr>
        <p:spPr>
          <a:xfrm>
            <a:off x="4551680" y="1019772"/>
            <a:ext cx="650240" cy="65024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lIns="97530" tIns="48765" rIns="97530" bIns="48765" anchor="ctr"/>
          <a:lstStyle/>
          <a:p>
            <a:pPr algn="ctr" eaLnBrk="1" latinLnBrk="0" hangingPunct="1"/>
            <a:endParaRPr kumimoji="0" lang="en-US"/>
          </a:p>
        </p:txBody>
      </p:sp>
      <p:sp>
        <p:nvSpPr>
          <p:cNvPr id="1048586" name="Oval 14"/>
          <p:cNvSpPr/>
          <p:nvPr/>
        </p:nvSpPr>
        <p:spPr>
          <a:xfrm>
            <a:off x="4652467" y="1120559"/>
            <a:ext cx="448666" cy="448666"/>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lIns="97530" tIns="48765" rIns="97530" bIns="48765" anchor="ctr"/>
          <a:lstStyle/>
          <a:p>
            <a:pPr algn="ctr" eaLnBrk="1" latinLnBrk="0" hangingPunct="1"/>
            <a:endParaRPr kumimoji="0" lang="en-US"/>
          </a:p>
        </p:txBody>
      </p:sp>
      <p:sp>
        <p:nvSpPr>
          <p:cNvPr id="1048587" name="Slide Number Placeholder 22"/>
          <p:cNvSpPr>
            <a:spLocks noGrp="1"/>
          </p:cNvSpPr>
          <p:nvPr>
            <p:ph type="sldNum" sz="quarter" idx="4"/>
          </p:nvPr>
        </p:nvSpPr>
        <p:spPr>
          <a:xfrm>
            <a:off x="4632960" y="1109519"/>
            <a:ext cx="487680" cy="470747"/>
          </a:xfrm>
          <a:prstGeom prst="rect">
            <a:avLst/>
          </a:prstGeom>
        </p:spPr>
        <p:txBody>
          <a:bodyPr vert="horz" lIns="48765" tIns="48765" rIns="48765" bIns="48765" anchor="ctr">
            <a:normAutofit/>
          </a:bodyPr>
          <a:lstStyle>
            <a:lvl1pPr algn="ctr" eaLnBrk="1" latinLnBrk="0" hangingPunct="1">
              <a:defRPr kumimoji="0" sz="1700">
                <a:solidFill>
                  <a:schemeClr val="accent3">
                    <a:shade val="75000"/>
                  </a:schemeClr>
                </a:solidFill>
              </a:defRPr>
            </a:lvl1pPr>
          </a:lstStyle>
          <a:p>
            <a:pPr algn="r">
              <a:lnSpc>
                <a:spcPct val="100000"/>
              </a:lnSpc>
              <a:buNone/>
            </a:pPr>
            <a:fld id="{58786552-C93F-4E4B-A70C-3A2C7E838444}" type="slidenum">
              <a:rPr lang="en-US" sz="1100" b="0" strike="noStrike" spc="-1" smtClean="0">
                <a:solidFill>
                  <a:srgbClr val="000000"/>
                </a:solidFill>
                <a:latin typeface="Tw Cen MT"/>
              </a:rPr>
              <a:pPr algn="r">
                <a:lnSpc>
                  <a:spcPct val="100000"/>
                </a:lnSpc>
                <a:buNone/>
              </a:pPr>
              <a:t>‹#›</a:t>
            </a:fld>
            <a:endParaRPr lang="en-US" sz="1100" b="0" strike="noStrike" spc="-1">
              <a:latin typeface="Arial"/>
            </a:endParaRPr>
          </a:p>
        </p:txBody>
      </p:sp>
      <p:sp>
        <p:nvSpPr>
          <p:cNvPr id="1048588" name="Title Placeholder 21"/>
          <p:cNvSpPr>
            <a:spLocks noGrp="1"/>
          </p:cNvSpPr>
          <p:nvPr>
            <p:ph type="title"/>
          </p:nvPr>
        </p:nvSpPr>
        <p:spPr>
          <a:xfrm>
            <a:off x="321869" y="243840"/>
            <a:ext cx="9103360" cy="809549"/>
          </a:xfrm>
          <a:prstGeom prst="rect">
            <a:avLst/>
          </a:prstGeom>
        </p:spPr>
        <p:txBody>
          <a:bodyPr vert="horz" lIns="97530" tIns="48765" rIns="97530" bIns="48765" anchor="b">
            <a:normAutofit/>
          </a:bodyPr>
          <a:lstStyle/>
          <a:p>
            <a:r>
              <a:rPr kumimoji="0" lang="en-US"/>
              <a:t>Click to edit Master title style</a:t>
            </a:r>
          </a:p>
        </p:txBody>
      </p:sp>
      <p:sp>
        <p:nvSpPr>
          <p:cNvPr id="1048589" name="Text Placeholder 12"/>
          <p:cNvSpPr>
            <a:spLocks noGrp="1"/>
          </p:cNvSpPr>
          <p:nvPr>
            <p:ph type="body" idx="1"/>
          </p:nvPr>
        </p:nvSpPr>
        <p:spPr>
          <a:xfrm>
            <a:off x="321869" y="1625600"/>
            <a:ext cx="9103360" cy="4906061"/>
          </a:xfrm>
          <a:prstGeom prst="rect">
            <a:avLst/>
          </a:prstGeom>
        </p:spPr>
        <p:txBody>
          <a:bodyPr vert="horz" lIns="97530" tIns="48765" rIns="97530" bIns="48765">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latinLnBrk="0" hangingPunct="1">
        <a:spcBef>
          <a:spcPct val="0"/>
        </a:spcBef>
        <a:buNone/>
        <a:defRPr kumimoji="0" sz="3500" kern="1200">
          <a:solidFill>
            <a:schemeClr val="accent3">
              <a:shade val="75000"/>
            </a:schemeClr>
          </a:solidFill>
          <a:latin typeface="+mj-lt"/>
          <a:ea typeface="+mj-ea"/>
          <a:cs typeface="+mj-cs"/>
        </a:defRPr>
      </a:lvl1pPr>
    </p:titleStyle>
    <p:bodyStyle>
      <a:lvl1pPr marL="292590" indent="-292590" algn="l" rtl="0" eaLnBrk="1" latinLnBrk="0" hangingPunct="1">
        <a:spcBef>
          <a:spcPct val="20000"/>
        </a:spcBef>
        <a:buClr>
          <a:schemeClr val="accent1"/>
        </a:buClr>
        <a:buSzPct val="85000"/>
        <a:buFont typeface="Wingdings 2"/>
        <a:buChar char=""/>
        <a:defRPr kumimoji="0" sz="2900" kern="1200">
          <a:solidFill>
            <a:schemeClr val="tx1"/>
          </a:solidFill>
          <a:latin typeface="+mn-lt"/>
          <a:ea typeface="+mn-ea"/>
          <a:cs typeface="+mn-cs"/>
        </a:defRPr>
      </a:lvl1pPr>
      <a:lvl2pPr marL="585179" indent="-292590" algn="l" rtl="0" eaLnBrk="1" latinLnBrk="0" hangingPunct="1">
        <a:spcBef>
          <a:spcPct val="20000"/>
        </a:spcBef>
        <a:buClr>
          <a:schemeClr val="accent2"/>
        </a:buClr>
        <a:buSzPct val="70000"/>
        <a:buFont typeface="Wingdings"/>
        <a:buChar char=""/>
        <a:defRPr kumimoji="0" sz="2300" kern="1200">
          <a:solidFill>
            <a:schemeClr val="tx2"/>
          </a:solidFill>
          <a:latin typeface="+mn-lt"/>
          <a:ea typeface="+mn-ea"/>
          <a:cs typeface="+mn-cs"/>
        </a:defRPr>
      </a:lvl2pPr>
      <a:lvl3pPr marL="877769" indent="-243825" algn="l" rtl="0" eaLnBrk="1" latinLnBrk="0" hangingPunct="1">
        <a:spcBef>
          <a:spcPct val="20000"/>
        </a:spcBef>
        <a:buClr>
          <a:schemeClr val="accent3"/>
        </a:buClr>
        <a:buSzPct val="75000"/>
        <a:buFont typeface="Wingdings 2"/>
        <a:buChar char=""/>
        <a:defRPr kumimoji="0" sz="2100" kern="1200">
          <a:solidFill>
            <a:schemeClr val="tx1"/>
          </a:solidFill>
          <a:latin typeface="+mn-lt"/>
          <a:ea typeface="+mn-ea"/>
          <a:cs typeface="+mn-cs"/>
        </a:defRPr>
      </a:lvl3pPr>
      <a:lvl4pPr marL="1170359" indent="-243825" algn="l" rtl="0" eaLnBrk="1" latinLnBrk="0" hangingPunct="1">
        <a:spcBef>
          <a:spcPct val="20000"/>
        </a:spcBef>
        <a:buClr>
          <a:schemeClr val="accent4"/>
        </a:buClr>
        <a:buSzPct val="70000"/>
        <a:buFont typeface="Wingdings"/>
        <a:buChar char=""/>
        <a:defRPr kumimoji="0" sz="2100" kern="1200">
          <a:solidFill>
            <a:schemeClr val="tx2"/>
          </a:solidFill>
          <a:latin typeface="+mn-lt"/>
          <a:ea typeface="+mn-ea"/>
          <a:cs typeface="+mn-cs"/>
        </a:defRPr>
      </a:lvl4pPr>
      <a:lvl5pPr marL="1462949" indent="-243825" algn="l" rtl="0" eaLnBrk="1" latinLnBrk="0" hangingPunct="1">
        <a:spcBef>
          <a:spcPct val="20000"/>
        </a:spcBef>
        <a:buClr>
          <a:schemeClr val="accent5"/>
        </a:buClr>
        <a:buFontTx/>
        <a:buChar char="•"/>
        <a:defRPr kumimoji="0" sz="1900" kern="1200">
          <a:solidFill>
            <a:schemeClr val="tx1"/>
          </a:solidFill>
          <a:latin typeface="+mn-lt"/>
          <a:ea typeface="+mn-ea"/>
          <a:cs typeface="+mn-cs"/>
        </a:defRPr>
      </a:lvl5pPr>
      <a:lvl6pPr marL="1755538" indent="-195060" algn="l" rtl="0" eaLnBrk="1" latinLnBrk="0" hangingPunct="1">
        <a:spcBef>
          <a:spcPct val="20000"/>
        </a:spcBef>
        <a:buClr>
          <a:schemeClr val="accent6"/>
        </a:buClr>
        <a:buSzPct val="80000"/>
        <a:buFont typeface="Wingdings 2"/>
        <a:buChar char=""/>
        <a:defRPr kumimoji="0" sz="1900" kern="1200">
          <a:solidFill>
            <a:schemeClr val="tx1"/>
          </a:solidFill>
          <a:latin typeface="+mn-lt"/>
          <a:ea typeface="+mn-ea"/>
          <a:cs typeface="+mn-cs"/>
        </a:defRPr>
      </a:lvl6pPr>
      <a:lvl7pPr marL="2048128" indent="-195060" algn="l" rtl="0" eaLnBrk="1" latinLnBrk="0" hangingPunct="1">
        <a:spcBef>
          <a:spcPct val="20000"/>
        </a:spcBef>
        <a:buClr>
          <a:schemeClr val="accent1">
            <a:shade val="75000"/>
          </a:schemeClr>
        </a:buClr>
        <a:buSzPct val="90000"/>
        <a:buChar char="•"/>
        <a:defRPr kumimoji="0" sz="1700" kern="1200" baseline="0">
          <a:solidFill>
            <a:schemeClr val="tx1"/>
          </a:solidFill>
          <a:latin typeface="+mn-lt"/>
          <a:ea typeface="+mn-ea"/>
          <a:cs typeface="+mn-cs"/>
        </a:defRPr>
      </a:lvl7pPr>
      <a:lvl8pPr marL="2243188" indent="-195060" algn="l" rtl="0" eaLnBrk="1" latinLnBrk="0" hangingPunct="1">
        <a:spcBef>
          <a:spcPct val="20000"/>
        </a:spcBef>
        <a:buClr>
          <a:schemeClr val="accent4">
            <a:shade val="75000"/>
          </a:schemeClr>
        </a:buClr>
        <a:buChar char="•"/>
        <a:defRPr kumimoji="0" sz="1700" kern="1200">
          <a:solidFill>
            <a:schemeClr val="tx1"/>
          </a:solidFill>
          <a:latin typeface="+mn-lt"/>
          <a:ea typeface="+mn-ea"/>
          <a:cs typeface="+mn-cs"/>
        </a:defRPr>
      </a:lvl8pPr>
      <a:lvl9pPr marL="2535778" indent="-195060" algn="l" rtl="0" eaLnBrk="1" latinLnBrk="0" hangingPunct="1">
        <a:spcBef>
          <a:spcPct val="20000"/>
        </a:spcBef>
        <a:buClr>
          <a:schemeClr val="accent2">
            <a:shade val="75000"/>
          </a:schemeClr>
        </a:buClr>
        <a:buSzPct val="90000"/>
        <a:buChar char="•"/>
        <a:defRPr kumimoji="0" sz="15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87650" algn="l" rtl="0" eaLnBrk="1" latinLnBrk="0" hangingPunct="1">
        <a:defRPr kumimoji="0" kern="1200">
          <a:solidFill>
            <a:schemeClr val="tx1"/>
          </a:solidFill>
          <a:latin typeface="+mn-lt"/>
          <a:ea typeface="+mn-ea"/>
          <a:cs typeface="+mn-cs"/>
        </a:defRPr>
      </a:lvl2pPr>
      <a:lvl3pPr marL="975299" algn="l" rtl="0" eaLnBrk="1" latinLnBrk="0" hangingPunct="1">
        <a:defRPr kumimoji="0" kern="1200">
          <a:solidFill>
            <a:schemeClr val="tx1"/>
          </a:solidFill>
          <a:latin typeface="+mn-lt"/>
          <a:ea typeface="+mn-ea"/>
          <a:cs typeface="+mn-cs"/>
        </a:defRPr>
      </a:lvl3pPr>
      <a:lvl4pPr marL="1462949" algn="l" rtl="0" eaLnBrk="1" latinLnBrk="0" hangingPunct="1">
        <a:defRPr kumimoji="0" kern="1200">
          <a:solidFill>
            <a:schemeClr val="tx1"/>
          </a:solidFill>
          <a:latin typeface="+mn-lt"/>
          <a:ea typeface="+mn-ea"/>
          <a:cs typeface="+mn-cs"/>
        </a:defRPr>
      </a:lvl4pPr>
      <a:lvl5pPr marL="1950598" algn="l" rtl="0" eaLnBrk="1" latinLnBrk="0" hangingPunct="1">
        <a:defRPr kumimoji="0" kern="1200">
          <a:solidFill>
            <a:schemeClr val="tx1"/>
          </a:solidFill>
          <a:latin typeface="+mn-lt"/>
          <a:ea typeface="+mn-ea"/>
          <a:cs typeface="+mn-cs"/>
        </a:defRPr>
      </a:lvl5pPr>
      <a:lvl6pPr marL="2438248" algn="l" rtl="0" eaLnBrk="1" latinLnBrk="0" hangingPunct="1">
        <a:defRPr kumimoji="0" kern="1200">
          <a:solidFill>
            <a:schemeClr val="tx1"/>
          </a:solidFill>
          <a:latin typeface="+mn-lt"/>
          <a:ea typeface="+mn-ea"/>
          <a:cs typeface="+mn-cs"/>
        </a:defRPr>
      </a:lvl6pPr>
      <a:lvl7pPr marL="2925897" algn="l" rtl="0" eaLnBrk="1" latinLnBrk="0" hangingPunct="1">
        <a:defRPr kumimoji="0" kern="1200">
          <a:solidFill>
            <a:schemeClr val="tx1"/>
          </a:solidFill>
          <a:latin typeface="+mn-lt"/>
          <a:ea typeface="+mn-ea"/>
          <a:cs typeface="+mn-cs"/>
        </a:defRPr>
      </a:lvl7pPr>
      <a:lvl8pPr marL="3413547" algn="l" rtl="0" eaLnBrk="1" latinLnBrk="0" hangingPunct="1">
        <a:defRPr kumimoji="0" kern="1200">
          <a:solidFill>
            <a:schemeClr val="tx1"/>
          </a:solidFill>
          <a:latin typeface="+mn-lt"/>
          <a:ea typeface="+mn-ea"/>
          <a:cs typeface="+mn-cs"/>
        </a:defRPr>
      </a:lvl8pPr>
      <a:lvl9pPr marL="3901196"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3"/>
          <p:cNvGrpSpPr/>
          <p:nvPr/>
        </p:nvGrpSpPr>
        <p:grpSpPr>
          <a:xfrm>
            <a:off x="1222744" y="2796365"/>
            <a:ext cx="8111336" cy="786808"/>
            <a:chOff x="1222744" y="3409560"/>
            <a:chExt cx="8111336" cy="403560"/>
          </a:xfrm>
        </p:grpSpPr>
        <p:sp>
          <p:nvSpPr>
            <p:cNvPr id="1048599" name="Freeform 4"/>
            <p:cNvSpPr/>
            <p:nvPr/>
          </p:nvSpPr>
          <p:spPr>
            <a:xfrm>
              <a:off x="1333440" y="3416400"/>
              <a:ext cx="8000640" cy="396720"/>
            </a:xfrm>
            <a:custGeom>
              <a:avLst/>
              <a:gdLst/>
              <a:ahLst/>
              <a:cxnLst/>
              <a:rect l="l" t="t" r="r" b="b"/>
              <a:pathLst>
                <a:path w="10870928" h="1105901">
                  <a:moveTo>
                    <a:pt x="0" y="0"/>
                  </a:moveTo>
                  <a:lnTo>
                    <a:pt x="10870928" y="0"/>
                  </a:lnTo>
                  <a:lnTo>
                    <a:pt x="10870928" y="1105901"/>
                  </a:lnTo>
                  <a:lnTo>
                    <a:pt x="0" y="1105901"/>
                  </a:lnTo>
                  <a:close/>
                </a:path>
              </a:pathLst>
            </a:custGeom>
            <a:noFill/>
            <a:ln w="0">
              <a:noFill/>
            </a:ln>
          </p:spPr>
          <p:style>
            <a:lnRef idx="0">
              <a:scrgbClr r="0" g="0" b="0"/>
            </a:lnRef>
            <a:fillRef idx="0">
              <a:scrgbClr r="0" g="0" b="0"/>
            </a:fillRef>
            <a:effectRef idx="0">
              <a:scrgbClr r="0" g="0" b="0"/>
            </a:effectRef>
            <a:fontRef idx="minor">
              <a:srgbClr val="000000"/>
            </a:fontRef>
          </p:style>
        </p:sp>
        <p:sp>
          <p:nvSpPr>
            <p:cNvPr id="1048600" name="TextBox 5"/>
            <p:cNvSpPr/>
            <p:nvPr/>
          </p:nvSpPr>
          <p:spPr>
            <a:xfrm>
              <a:off x="1222744" y="3409560"/>
              <a:ext cx="7347098" cy="403560"/>
            </a:xfrm>
            <a:prstGeom prst="rect">
              <a:avLst/>
            </a:prstGeom>
            <a:noFill/>
            <a:ln w="0">
              <a:noFill/>
            </a:ln>
          </p:spPr>
          <p:style>
            <a:lnRef idx="0">
              <a:scrgbClr r="0" g="0" b="0"/>
            </a:lnRef>
            <a:fillRef idx="0">
              <a:scrgbClr r="0" g="0" b="0"/>
            </a:fillRef>
            <a:effectRef idx="0">
              <a:scrgbClr r="0" g="0" b="0"/>
            </a:effectRef>
            <a:fontRef idx="minor">
              <a:srgbClr val="000000"/>
            </a:fontRef>
          </p:style>
          <p:txBody>
            <a:bodyPr vert="horz" lIns="0" tIns="0" rIns="0" bIns="0" anchor="b">
              <a:noAutofit/>
            </a:bodyPr>
            <a:lstStyle/>
            <a:p>
              <a:pPr algn="ctr"/>
              <a:r>
                <a:rPr lang="en-US" b="1" spc="-1" dirty="0">
                  <a:solidFill>
                    <a:schemeClr val="tx1"/>
                  </a:solidFill>
                  <a:latin typeface="Times New Roman MT Bold"/>
                  <a:ea typeface="Times New Roman MT Bold"/>
                </a:rPr>
                <a:t>Minor Project Title: </a:t>
              </a:r>
              <a:r>
                <a:rPr lang="en-US" b="1" spc="-1" dirty="0">
                  <a:latin typeface="Times New Roman MT Bold"/>
                  <a:ea typeface="Times New Roman MT Bold"/>
                </a:rPr>
                <a:t>“</a:t>
              </a:r>
              <a:r>
                <a:rPr lang="en-US" spc="-1" dirty="0" err="1">
                  <a:latin typeface="Times New Roman MT Bold"/>
                  <a:ea typeface="Times New Roman MT Bold"/>
                </a:rPr>
                <a:t>SmartLoan</a:t>
              </a:r>
              <a:r>
                <a:rPr lang="en-US" spc="-1" dirty="0">
                  <a:latin typeface="Times New Roman MT Bold"/>
                  <a:ea typeface="Times New Roman MT Bold"/>
                </a:rPr>
                <a:t>: A Risk-Aware and Explainable Loan Eligibility Prediction System </a:t>
              </a:r>
              <a:r>
                <a:rPr lang="en-US" spc="-1" dirty="0" err="1">
                  <a:latin typeface="Times New Roman MT Bold"/>
                  <a:ea typeface="Times New Roman MT Bold"/>
                </a:rPr>
                <a:t>UsingMachine</a:t>
              </a:r>
              <a:r>
                <a:rPr lang="en-US" spc="-1" dirty="0">
                  <a:latin typeface="Times New Roman MT Bold"/>
                  <a:ea typeface="Times New Roman MT Bold"/>
                </a:rPr>
                <a:t> Learning”</a:t>
              </a:r>
              <a:endParaRPr lang="en-US" spc="-1" dirty="0">
                <a:latin typeface="Arial"/>
              </a:endParaRPr>
            </a:p>
          </p:txBody>
        </p:sp>
      </p:grpSp>
      <p:sp>
        <p:nvSpPr>
          <p:cNvPr id="1048601" name="TextBox 6"/>
          <p:cNvSpPr/>
          <p:nvPr/>
        </p:nvSpPr>
        <p:spPr>
          <a:xfrm>
            <a:off x="762119" y="3657600"/>
            <a:ext cx="3853801" cy="3206006"/>
          </a:xfrm>
          <a:prstGeom prst="rect">
            <a:avLst/>
          </a:prstGeom>
          <a:noFill/>
          <a:ln w="0">
            <a:noFill/>
          </a:ln>
        </p:spPr>
        <p:style>
          <a:lnRef idx="0">
            <a:scrgbClr r="0" g="0" b="0"/>
          </a:lnRef>
          <a:fillRef idx="0">
            <a:scrgbClr r="0" g="0" b="0"/>
          </a:fillRef>
          <a:effectRef idx="0">
            <a:scrgbClr r="0" g="0" b="0"/>
          </a:effectRef>
          <a:fontRef idx="minor">
            <a:srgbClr val="000000"/>
          </a:fontRef>
        </p:style>
        <p:txBody>
          <a:bodyPr vert="horz" lIns="0" tIns="0" rIns="0" bIns="0" anchor="t">
            <a:spAutoFit/>
          </a:bodyPr>
          <a:lstStyle/>
          <a:p>
            <a:pPr>
              <a:lnSpc>
                <a:spcPts val="1976"/>
              </a:lnSpc>
            </a:pPr>
            <a:endParaRPr lang="en-US" spc="-1" dirty="0">
              <a:latin typeface="Arial"/>
            </a:endParaRPr>
          </a:p>
          <a:p>
            <a:pPr>
              <a:lnSpc>
                <a:spcPts val="1976"/>
              </a:lnSpc>
            </a:pPr>
            <a:endParaRPr lang="en-US" spc="-1" dirty="0">
              <a:latin typeface="Arial"/>
            </a:endParaRPr>
          </a:p>
          <a:p>
            <a:pPr>
              <a:lnSpc>
                <a:spcPts val="1704"/>
              </a:lnSpc>
            </a:pPr>
            <a:endParaRPr lang="en-US" spc="-1" dirty="0">
              <a:latin typeface="Arial"/>
            </a:endParaRPr>
          </a:p>
          <a:p>
            <a:pPr>
              <a:lnSpc>
                <a:spcPts val="1675"/>
              </a:lnSpc>
            </a:pPr>
            <a:endParaRPr lang="en-US" spc="-1" dirty="0">
              <a:latin typeface="Arial"/>
            </a:endParaRPr>
          </a:p>
          <a:p>
            <a:pPr>
              <a:lnSpc>
                <a:spcPts val="1675"/>
              </a:lnSpc>
            </a:pPr>
            <a:endParaRPr lang="en-US" spc="-1" dirty="0">
              <a:latin typeface="Arial"/>
            </a:endParaRPr>
          </a:p>
          <a:p>
            <a:pPr>
              <a:lnSpc>
                <a:spcPts val="1919"/>
              </a:lnSpc>
            </a:pPr>
            <a:r>
              <a:rPr lang="en-US" sz="1600" spc="-1" dirty="0" err="1">
                <a:latin typeface="Times New Roman MT"/>
                <a:ea typeface="Times New Roman MT"/>
              </a:rPr>
              <a:t>B.Keerthi</a:t>
            </a:r>
            <a:r>
              <a:rPr lang="en-US" sz="1600" spc="-1" dirty="0">
                <a:latin typeface="Times New Roman MT"/>
                <a:ea typeface="Times New Roman MT"/>
              </a:rPr>
              <a:t> (23AG1A6613)</a:t>
            </a:r>
            <a:endParaRPr lang="en-US" sz="1600" spc="-1" dirty="0">
              <a:latin typeface="Arial"/>
            </a:endParaRPr>
          </a:p>
          <a:p>
            <a:pPr>
              <a:lnSpc>
                <a:spcPts val="1675"/>
              </a:lnSpc>
            </a:pPr>
            <a:endParaRPr lang="en-US" sz="1600" spc="-1" dirty="0">
              <a:latin typeface="Arial"/>
            </a:endParaRPr>
          </a:p>
          <a:p>
            <a:pPr>
              <a:lnSpc>
                <a:spcPts val="1916"/>
              </a:lnSpc>
            </a:pPr>
            <a:r>
              <a:rPr lang="en-US" sz="1600" spc="-1" dirty="0" err="1">
                <a:latin typeface="Times New Roman MT"/>
                <a:ea typeface="Times New Roman MT"/>
              </a:rPr>
              <a:t>K.Keerthan</a:t>
            </a:r>
            <a:r>
              <a:rPr lang="en-US" sz="1600" spc="-1" dirty="0">
                <a:latin typeface="Times New Roman MT"/>
                <a:ea typeface="Times New Roman MT"/>
              </a:rPr>
              <a:t> Reddy (23AG1A6628)</a:t>
            </a:r>
            <a:endParaRPr lang="en-US" sz="1600" spc="-1" dirty="0">
              <a:latin typeface="Arial"/>
            </a:endParaRPr>
          </a:p>
          <a:p>
            <a:pPr>
              <a:lnSpc>
                <a:spcPts val="1916"/>
              </a:lnSpc>
            </a:pPr>
            <a:endParaRPr lang="en-US" sz="1600" spc="-1" dirty="0">
              <a:latin typeface="Arial"/>
            </a:endParaRPr>
          </a:p>
          <a:p>
            <a:pPr>
              <a:lnSpc>
                <a:spcPts val="1916"/>
              </a:lnSpc>
            </a:pPr>
            <a:r>
              <a:rPr lang="en-US" sz="1600" spc="-1" dirty="0" err="1">
                <a:latin typeface="Times New Roman MT"/>
                <a:ea typeface="Times New Roman MT"/>
              </a:rPr>
              <a:t>A.Siddhartha</a:t>
            </a:r>
            <a:r>
              <a:rPr lang="en-US" sz="1600" spc="-1" dirty="0">
                <a:latin typeface="Times New Roman MT"/>
                <a:ea typeface="Times New Roman MT"/>
              </a:rPr>
              <a:t> (23AG1A6607)</a:t>
            </a:r>
            <a:endParaRPr lang="en-US" sz="1600" spc="-1" dirty="0">
              <a:latin typeface="Arial"/>
            </a:endParaRPr>
          </a:p>
          <a:p>
            <a:pPr>
              <a:lnSpc>
                <a:spcPts val="1675"/>
              </a:lnSpc>
            </a:pPr>
            <a:endParaRPr lang="en-US" sz="1600" spc="-1" dirty="0">
              <a:latin typeface="Arial"/>
            </a:endParaRPr>
          </a:p>
          <a:p>
            <a:pPr>
              <a:lnSpc>
                <a:spcPts val="1675"/>
              </a:lnSpc>
            </a:pPr>
            <a:endParaRPr lang="en-US" sz="1600" spc="-1" dirty="0">
              <a:latin typeface="Arial"/>
            </a:endParaRPr>
          </a:p>
          <a:p>
            <a:pPr>
              <a:lnSpc>
                <a:spcPts val="1675"/>
              </a:lnSpc>
            </a:pPr>
            <a:endParaRPr lang="en-US" sz="1600" spc="-1" dirty="0">
              <a:latin typeface="Arial"/>
            </a:endParaRPr>
          </a:p>
          <a:p>
            <a:pPr>
              <a:lnSpc>
                <a:spcPts val="1675"/>
              </a:lnSpc>
            </a:pPr>
            <a:endParaRPr lang="en-US" sz="1600" spc="-1" dirty="0">
              <a:latin typeface="Arial"/>
            </a:endParaRPr>
          </a:p>
        </p:txBody>
      </p:sp>
      <p:sp>
        <p:nvSpPr>
          <p:cNvPr id="1048602" name="TextBox 7"/>
          <p:cNvSpPr/>
          <p:nvPr/>
        </p:nvSpPr>
        <p:spPr>
          <a:xfrm>
            <a:off x="5334121" y="4820761"/>
            <a:ext cx="3056400" cy="730969"/>
          </a:xfrm>
          <a:prstGeom prst="rect">
            <a:avLst/>
          </a:prstGeom>
          <a:noFill/>
          <a:ln w="0">
            <a:noFill/>
          </a:ln>
        </p:spPr>
        <p:style>
          <a:lnRef idx="0">
            <a:scrgbClr r="0" g="0" b="0"/>
          </a:lnRef>
          <a:fillRef idx="0">
            <a:scrgbClr r="0" g="0" b="0"/>
          </a:fillRef>
          <a:effectRef idx="0">
            <a:scrgbClr r="0" g="0" b="0"/>
          </a:effectRef>
          <a:fontRef idx="minor">
            <a:srgbClr val="000000"/>
          </a:fontRef>
        </p:style>
        <p:txBody>
          <a:bodyPr vert="horz" lIns="0" tIns="0" rIns="0" bIns="0" anchor="t">
            <a:spAutoFit/>
          </a:bodyPr>
          <a:lstStyle/>
          <a:p>
            <a:pPr algn="just">
              <a:lnSpc>
                <a:spcPts val="1922"/>
              </a:lnSpc>
            </a:pPr>
            <a:r>
              <a:rPr lang="en-US" sz="1600" b="1" spc="-1" dirty="0">
                <a:solidFill>
                  <a:schemeClr val="tx1"/>
                </a:solidFill>
                <a:latin typeface="Times New Roman MT"/>
                <a:ea typeface="Times New Roman MT"/>
              </a:rPr>
              <a:t>Guide Name: </a:t>
            </a:r>
            <a:r>
              <a:rPr lang="en-US" sz="1600" spc="-1" dirty="0" err="1">
                <a:latin typeface="Times New Roman MT"/>
                <a:ea typeface="Times New Roman MT"/>
              </a:rPr>
              <a:t>Mr.R.Rajesh</a:t>
            </a:r>
            <a:endParaRPr lang="en-US" sz="1600" spc="-1" dirty="0">
              <a:latin typeface="Arial"/>
            </a:endParaRPr>
          </a:p>
          <a:p>
            <a:pPr algn="just">
              <a:lnSpc>
                <a:spcPts val="1922"/>
              </a:lnSpc>
            </a:pPr>
            <a:endParaRPr lang="en-US" sz="1600" spc="-1" dirty="0">
              <a:latin typeface="Arial"/>
            </a:endParaRPr>
          </a:p>
          <a:p>
            <a:pPr algn="just">
              <a:lnSpc>
                <a:spcPts val="1922"/>
              </a:lnSpc>
            </a:pPr>
            <a:endParaRPr lang="en-US" sz="1600" spc="-1" dirty="0">
              <a:latin typeface="Arial"/>
            </a:endParaRPr>
          </a:p>
        </p:txBody>
      </p:sp>
      <p:sp>
        <p:nvSpPr>
          <p:cNvPr id="1048603" name="TextBox 9"/>
          <p:cNvSpPr/>
          <p:nvPr/>
        </p:nvSpPr>
        <p:spPr>
          <a:xfrm>
            <a:off x="483120" y="4353479"/>
            <a:ext cx="2517120" cy="258276"/>
          </a:xfrm>
          <a:prstGeom prst="rect">
            <a:avLst/>
          </a:prstGeom>
          <a:noFill/>
          <a:ln w="0">
            <a:noFill/>
          </a:ln>
        </p:spPr>
        <p:style>
          <a:lnRef idx="0">
            <a:scrgbClr r="0" g="0" b="0"/>
          </a:lnRef>
          <a:fillRef idx="0">
            <a:scrgbClr r="0" g="0" b="0"/>
          </a:fillRef>
          <a:effectRef idx="0">
            <a:scrgbClr r="0" g="0" b="0"/>
          </a:effectRef>
          <a:fontRef idx="minor">
            <a:srgbClr val="000000"/>
          </a:fontRef>
        </p:style>
        <p:txBody>
          <a:bodyPr vert="horz" lIns="0" tIns="0" rIns="0" bIns="0" anchor="t">
            <a:spAutoFit/>
          </a:bodyPr>
          <a:lstStyle/>
          <a:p>
            <a:pPr algn="ctr">
              <a:lnSpc>
                <a:spcPts val="2239"/>
              </a:lnSpc>
              <a:tabLst>
                <a:tab pos="0" algn="l"/>
              </a:tabLst>
            </a:pPr>
            <a:r>
              <a:rPr lang="en-US" sz="1600" b="1" spc="-1" dirty="0">
                <a:latin typeface="Times New Roman MT Bold"/>
                <a:ea typeface="Times New Roman MT Bold"/>
              </a:rPr>
              <a:t>     </a:t>
            </a:r>
            <a:r>
              <a:rPr lang="en-US" sz="1600" b="1" spc="-1" dirty="0">
                <a:solidFill>
                  <a:schemeClr val="tx1"/>
                </a:solidFill>
                <a:latin typeface="Times New Roman MT Bold"/>
                <a:ea typeface="Times New Roman MT Bold"/>
              </a:rPr>
              <a:t>Team members Names</a:t>
            </a:r>
            <a:endParaRPr lang="en-US" sz="1600" spc="-1" dirty="0">
              <a:solidFill>
                <a:schemeClr val="tx1"/>
              </a:solidFill>
              <a:latin typeface="Arial"/>
            </a:endParaRPr>
          </a:p>
        </p:txBody>
      </p:sp>
      <p:sp>
        <p:nvSpPr>
          <p:cNvPr id="1048604" name="TextBox 10"/>
          <p:cNvSpPr/>
          <p:nvPr/>
        </p:nvSpPr>
        <p:spPr>
          <a:xfrm>
            <a:off x="4677842" y="5196960"/>
            <a:ext cx="4179600" cy="243656"/>
          </a:xfrm>
          <a:prstGeom prst="rect">
            <a:avLst/>
          </a:prstGeom>
          <a:noFill/>
          <a:ln w="0">
            <a:noFill/>
          </a:ln>
        </p:spPr>
        <p:style>
          <a:lnRef idx="0">
            <a:scrgbClr r="0" g="0" b="0"/>
          </a:lnRef>
          <a:fillRef idx="0">
            <a:scrgbClr r="0" g="0" b="0"/>
          </a:fillRef>
          <a:effectRef idx="0">
            <a:scrgbClr r="0" g="0" b="0"/>
          </a:effectRef>
          <a:fontRef idx="minor">
            <a:srgbClr val="000000"/>
          </a:fontRef>
        </p:style>
        <p:txBody>
          <a:bodyPr vert="horz" lIns="0" tIns="0" rIns="0" bIns="0" anchor="t">
            <a:spAutoFit/>
          </a:bodyPr>
          <a:lstStyle/>
          <a:p>
            <a:pPr algn="ctr">
              <a:lnSpc>
                <a:spcPts val="1922"/>
              </a:lnSpc>
            </a:pPr>
            <a:r>
              <a:rPr lang="en-US" sz="1600" b="1" spc="-1" dirty="0">
                <a:solidFill>
                  <a:schemeClr val="tx1"/>
                </a:solidFill>
                <a:latin typeface="Times New Roman MT"/>
                <a:ea typeface="Times New Roman MT"/>
              </a:rPr>
              <a:t>Designation :</a:t>
            </a:r>
            <a:r>
              <a:rPr lang="en-US" sz="1600" b="1" spc="-1" dirty="0">
                <a:latin typeface="Times New Roman MT"/>
                <a:ea typeface="Times New Roman MT"/>
              </a:rPr>
              <a:t> </a:t>
            </a:r>
            <a:r>
              <a:rPr lang="en-US" sz="1600" spc="-1" dirty="0">
                <a:latin typeface="Times New Roman MT"/>
                <a:ea typeface="Times New Roman MT"/>
              </a:rPr>
              <a:t>Assistant Professor</a:t>
            </a:r>
            <a:endParaRPr lang="en-US" sz="1600" spc="-1" dirty="0">
              <a:latin typeface="Arial"/>
            </a:endParaRPr>
          </a:p>
        </p:txBody>
      </p:sp>
      <p:pic>
        <p:nvPicPr>
          <p:cNvPr id="2097152" name="Picture 11"/>
          <p:cNvPicPr>
            <a:picLocks/>
          </p:cNvPicPr>
          <p:nvPr/>
        </p:nvPicPr>
        <p:blipFill>
          <a:blip r:embed="rId3"/>
          <a:stretch>
            <a:fillRect/>
          </a:stretch>
        </p:blipFill>
        <p:spPr>
          <a:xfrm>
            <a:off x="2073349" y="326519"/>
            <a:ext cx="5454500" cy="1531081"/>
          </a:xfrm>
          <a:prstGeom prst="rect">
            <a:avLst/>
          </a:prstGeom>
          <a:ln w="0">
            <a:noFill/>
          </a:ln>
        </p:spPr>
      </p:pic>
      <p:sp>
        <p:nvSpPr>
          <p:cNvPr id="1048605" name="TextBox 12"/>
          <p:cNvSpPr/>
          <p:nvPr/>
        </p:nvSpPr>
        <p:spPr>
          <a:xfrm>
            <a:off x="1020726" y="1744561"/>
            <a:ext cx="7836716" cy="699592"/>
          </a:xfrm>
          <a:prstGeom prst="rect">
            <a:avLst/>
          </a:prstGeom>
          <a:noFill/>
          <a:ln w="0">
            <a:noFill/>
          </a:ln>
        </p:spPr>
        <p:style>
          <a:lnRef idx="0">
            <a:scrgbClr r="0" g="0" b="0"/>
          </a:lnRef>
          <a:fillRef idx="0">
            <a:scrgbClr r="0" g="0" b="0"/>
          </a:fillRef>
          <a:effectRef idx="0">
            <a:scrgbClr r="0" g="0" b="0"/>
          </a:effectRef>
          <a:fontRef idx="minor">
            <a:srgbClr val="000000"/>
          </a:fontRef>
        </p:style>
        <p:txBody>
          <a:bodyPr vert="horz" wrap="square" lIns="89988" tIns="44996" rIns="89988" bIns="44996" anchor="t">
            <a:spAutoFit/>
          </a:bodyPr>
          <a:lstStyle/>
          <a:p>
            <a:pPr algn="ctr">
              <a:lnSpc>
                <a:spcPct val="100000"/>
              </a:lnSpc>
              <a:buNone/>
            </a:pPr>
            <a:r>
              <a:rPr lang="en-IN" sz="1400" spc="-1" dirty="0">
                <a:latin typeface="Tw Cen MT"/>
              </a:rPr>
              <a:t>An AUTONOMOUS Institution</a:t>
            </a:r>
            <a:endParaRPr lang="en-US" sz="1400" spc="-1" dirty="0">
              <a:latin typeface="Arial"/>
            </a:endParaRPr>
          </a:p>
          <a:p>
            <a:pPr algn="ctr">
              <a:lnSpc>
                <a:spcPct val="100000"/>
              </a:lnSpc>
              <a:buNone/>
            </a:pPr>
            <a:r>
              <a:rPr lang="en-IN" sz="1400" spc="-1" dirty="0" err="1">
                <a:latin typeface="Tw Cen MT"/>
              </a:rPr>
              <a:t>Ghatkesar</a:t>
            </a:r>
            <a:r>
              <a:rPr lang="en-IN" sz="1400" spc="-1" dirty="0">
                <a:latin typeface="Tw Cen MT"/>
              </a:rPr>
              <a:t>, </a:t>
            </a:r>
            <a:r>
              <a:rPr lang="en-IN" sz="1400" spc="-1" dirty="0" err="1">
                <a:latin typeface="Tw Cen MT"/>
              </a:rPr>
              <a:t>Medchal</a:t>
            </a:r>
            <a:r>
              <a:rPr lang="en-IN" sz="1400" spc="-1" dirty="0">
                <a:latin typeface="Tw Cen MT"/>
              </a:rPr>
              <a:t> (Dist), Hyderabad, </a:t>
            </a:r>
            <a:r>
              <a:rPr lang="en-IN" sz="1400" spc="-1" dirty="0" err="1">
                <a:latin typeface="Tw Cen MT"/>
              </a:rPr>
              <a:t>Telangana</a:t>
            </a:r>
            <a:r>
              <a:rPr lang="en-IN" sz="1400" spc="-1" dirty="0">
                <a:latin typeface="Tw Cen MT"/>
              </a:rPr>
              <a:t> State - 501301 (NBA Accredited </a:t>
            </a:r>
            <a:r>
              <a:rPr lang="en-IN" sz="1400" spc="-1" dirty="0" err="1">
                <a:latin typeface="Tw Cen MT"/>
              </a:rPr>
              <a:t>B.Tech</a:t>
            </a:r>
            <a:r>
              <a:rPr lang="en-IN" sz="1400" spc="-1" dirty="0">
                <a:latin typeface="Tw Cen MT"/>
              </a:rPr>
              <a:t> </a:t>
            </a:r>
            <a:r>
              <a:rPr lang="en-IN" sz="1400" spc="-1" dirty="0" err="1">
                <a:latin typeface="Tw Cen MT"/>
              </a:rPr>
              <a:t>CoursesAccredited</a:t>
            </a:r>
            <a:r>
              <a:rPr lang="en-IN" sz="1400" spc="-1" dirty="0">
                <a:latin typeface="Tw Cen MT"/>
              </a:rPr>
              <a:t> NAAC with A Grade 3.20 CGPA)</a:t>
            </a:r>
            <a:endParaRPr lang="en-US" sz="1400" spc="-1" dirty="0">
              <a:latin typeface="Arial"/>
            </a:endParaRPr>
          </a:p>
        </p:txBody>
      </p:sp>
      <p:sp>
        <p:nvSpPr>
          <p:cNvPr id="1048606" name="TextBox 13"/>
          <p:cNvSpPr/>
          <p:nvPr/>
        </p:nvSpPr>
        <p:spPr>
          <a:xfrm>
            <a:off x="1754372" y="2620080"/>
            <a:ext cx="7752867" cy="334080"/>
          </a:xfrm>
          <a:prstGeom prst="rect">
            <a:avLst/>
          </a:prstGeom>
          <a:noFill/>
          <a:ln w="0">
            <a:noFill/>
          </a:ln>
        </p:spPr>
        <p:style>
          <a:lnRef idx="0">
            <a:scrgbClr r="0" g="0" b="0"/>
          </a:lnRef>
          <a:fillRef idx="0">
            <a:scrgbClr r="0" g="0" b="0"/>
          </a:fillRef>
          <a:effectRef idx="0">
            <a:scrgbClr r="0" g="0" b="0"/>
          </a:effectRef>
          <a:fontRef idx="minor">
            <a:srgbClr val="000000"/>
          </a:fontRef>
        </p:style>
        <p:txBody>
          <a:bodyPr vert="horz" wrap="square" lIns="89988" tIns="44996" rIns="89988" bIns="44996" anchor="t">
            <a:spAutoFit/>
          </a:bodyPr>
          <a:lstStyle/>
          <a:p>
            <a:pPr>
              <a:lnSpc>
                <a:spcPct val="100000"/>
              </a:lnSpc>
              <a:buNone/>
            </a:pPr>
            <a:r>
              <a:rPr lang="en-US" sz="1600" spc="-1" dirty="0">
                <a:latin typeface="Tw Cen MT"/>
              </a:rPr>
              <a:t>DEPARTMENT OF CSE (ARTIFICIAL INTELLIGENCE &amp; MACHINE LEARNING)</a:t>
            </a:r>
            <a:endParaRPr lang="en-US" sz="1600" spc="-1" dirty="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3" name="TextBox 1"/>
          <p:cNvSpPr txBox="1"/>
          <p:nvPr/>
        </p:nvSpPr>
        <p:spPr>
          <a:xfrm>
            <a:off x="180753" y="1565189"/>
            <a:ext cx="9324754" cy="4091931"/>
          </a:xfrm>
          <a:prstGeom prst="rect">
            <a:avLst/>
          </a:prstGeom>
          <a:noFill/>
        </p:spPr>
        <p:txBody>
          <a:bodyPr wrap="square" lIns="91428" tIns="45716" rIns="91428" bIns="45716" rtlCol="0">
            <a:spAutoFit/>
          </a:bodyPr>
          <a:lstStyle/>
          <a:p>
            <a:pPr algn="just"/>
            <a:r>
              <a:rPr lang="en-US" dirty="0">
                <a:latin typeface="Times New Roman" pitchFamily="18" charset="0"/>
                <a:cs typeface="Times New Roman" pitchFamily="18" charset="0"/>
              </a:rPr>
              <a:t>Loan approval is one of the most critical decision-making processes in the banking and financial sector, as it directly impacts financial stability, profitability, and customer trust. Traditional loan approval systems rely heavily on manual evaluation and rigid rule-based mechanisms, where loan officers assess applicant eligibility using fixed criteria such as income level, credit history, employment status, and existing liabilities. Although such systems ensure regulatory compliance, they are often slow, inconsistent, prone to human bias, and unable to handle large volumes of applications efficiently smart loan </a:t>
            </a:r>
            <a:r>
              <a:rPr lang="en-US" dirty="0" err="1">
                <a:latin typeface="Times New Roman" pitchFamily="18" charset="0"/>
                <a:cs typeface="Times New Roman" pitchFamily="18" charset="0"/>
              </a:rPr>
              <a:t>final.With</a:t>
            </a:r>
            <a:r>
              <a:rPr lang="en-US" dirty="0">
                <a:latin typeface="Times New Roman" pitchFamily="18" charset="0"/>
                <a:cs typeface="Times New Roman" pitchFamily="18" charset="0"/>
              </a:rPr>
              <a:t> the rapid growth of digital banking and the increasing diversity of borrower profiles, conventional methods struggle to capture complex, non-linear relationships among financial attributes. In response, machine learning (ML) techniques have been widely adopted to automate and improve loan eligibility prediction. ML models can analyze large-scale applicant data, identify hidden patterns, and predict repayment behavior with higher accuracy and consistency than manual approaches. However, many existing ML-based systems focus only on binary outcomes (Approved/Rejected) and fail to provide transparency or justification for their decisions</a:t>
            </a:r>
            <a:endParaRPr lang="en-IN" dirty="0">
              <a:latin typeface="Times New Roman" pitchFamily="18" charset="0"/>
              <a:cs typeface="Times New Roman" pitchFamily="18" charset="0"/>
            </a:endParaRPr>
          </a:p>
        </p:txBody>
      </p:sp>
      <p:sp>
        <p:nvSpPr>
          <p:cNvPr id="1048614" name="TextBox 2"/>
          <p:cNvSpPr txBox="1"/>
          <p:nvPr/>
        </p:nvSpPr>
        <p:spPr>
          <a:xfrm>
            <a:off x="3220994" y="708455"/>
            <a:ext cx="4374293" cy="461657"/>
          </a:xfrm>
          <a:prstGeom prst="rect">
            <a:avLst/>
          </a:prstGeom>
          <a:noFill/>
        </p:spPr>
        <p:txBody>
          <a:bodyPr wrap="square" lIns="91428" tIns="45716" rIns="91428" bIns="45716" rtlCol="0">
            <a:spAutoFit/>
          </a:bodyPr>
          <a:lstStyle/>
          <a:p>
            <a:r>
              <a:rPr lang="en-US" sz="2400" b="1" dirty="0">
                <a:latin typeface="Times New Roman" pitchFamily="18" charset="0"/>
                <a:cs typeface="Times New Roman" pitchFamily="18" charset="0"/>
              </a:rPr>
              <a:t>INTRODUCTION</a:t>
            </a:r>
            <a:endParaRPr lang="en-IN" sz="2400" b="1"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5" name="TextBox 2"/>
          <p:cNvSpPr txBox="1"/>
          <p:nvPr/>
        </p:nvSpPr>
        <p:spPr>
          <a:xfrm>
            <a:off x="202020" y="1371599"/>
            <a:ext cx="9292854" cy="4892032"/>
          </a:xfrm>
          <a:prstGeom prst="rect">
            <a:avLst/>
          </a:prstGeom>
          <a:noFill/>
        </p:spPr>
        <p:txBody>
          <a:bodyPr wrap="square" lIns="91428" tIns="45716" rIns="91428" bIns="45716">
            <a:spAutoFit/>
          </a:bodyPr>
          <a:lstStyle/>
          <a:p>
            <a:pPr algn="just"/>
            <a:r>
              <a:rPr lang="en-US" dirty="0">
                <a:latin typeface="Times New Roman" pitchFamily="18" charset="0"/>
                <a:cs typeface="Times New Roman" pitchFamily="18" charset="0"/>
              </a:rPr>
              <a:t>Loan approval is a critical banking process that requires precision, fairness, and transparency, yet many existing systems rely on rigid rule-based or basic machine learning models that provide approval or rejection without explanation. To overcome these limitations, </a:t>
            </a:r>
            <a:r>
              <a:rPr lang="en-US" dirty="0" err="1">
                <a:latin typeface="Times New Roman" pitchFamily="18" charset="0"/>
                <a:cs typeface="Times New Roman" pitchFamily="18" charset="0"/>
              </a:rPr>
              <a:t>SmartLoan</a:t>
            </a:r>
            <a:r>
              <a:rPr lang="en-US" dirty="0">
                <a:latin typeface="Times New Roman" pitchFamily="18" charset="0"/>
                <a:cs typeface="Times New Roman" pitchFamily="18" charset="0"/>
              </a:rPr>
              <a:t> was developed as an intelligent and interpretable loan screening system that predicts loan eligibility, generates an eligibility score, and recommends a safe loan amount using regional, professional, and financial data. The system integrates advanced algorithms such as Random Forest, Logistic Regression, </a:t>
            </a:r>
            <a:r>
              <a:rPr lang="en-US" dirty="0" err="1">
                <a:latin typeface="Times New Roman" pitchFamily="18" charset="0"/>
                <a:cs typeface="Times New Roman" pitchFamily="18" charset="0"/>
              </a:rPr>
              <a:t>XGBoost</a:t>
            </a:r>
            <a:r>
              <a:rPr lang="en-US" dirty="0">
                <a:latin typeface="Times New Roman" pitchFamily="18" charset="0"/>
                <a:cs typeface="Times New Roman" pitchFamily="18" charset="0"/>
              </a:rPr>
              <a:t>, Cosine Similarity, and SHAP to ensure high accuracy, fairness, and explainability by comparing applicants with similar financial profiles. By delivering clear, data-driven, and human-understandable decisions, </a:t>
            </a:r>
            <a:r>
              <a:rPr lang="en-US" dirty="0" err="1">
                <a:latin typeface="Times New Roman" pitchFamily="18" charset="0"/>
                <a:cs typeface="Times New Roman" pitchFamily="18" charset="0"/>
              </a:rPr>
              <a:t>SmartLoan</a:t>
            </a:r>
            <a:r>
              <a:rPr lang="en-US" dirty="0">
                <a:latin typeface="Times New Roman" pitchFamily="18" charset="0"/>
                <a:cs typeface="Times New Roman" pitchFamily="18" charset="0"/>
              </a:rPr>
              <a:t> enhances transparency, decision confidence, and trust between banks and applicants. Experimental results show strong performance, with </a:t>
            </a:r>
            <a:r>
              <a:rPr lang="en-US" dirty="0" err="1">
                <a:latin typeface="Times New Roman" pitchFamily="18" charset="0"/>
                <a:cs typeface="Times New Roman" pitchFamily="18" charset="0"/>
              </a:rPr>
              <a:t>XGBoost</a:t>
            </a:r>
            <a:r>
              <a:rPr lang="en-US" dirty="0">
                <a:latin typeface="Times New Roman" pitchFamily="18" charset="0"/>
                <a:cs typeface="Times New Roman" pitchFamily="18" charset="0"/>
              </a:rPr>
              <a:t> achieving the highest accuracy of 99.36%, followed by Logistic Regression (98.78%), Random Forest (98.50%), and the </a:t>
            </a:r>
            <a:r>
              <a:rPr lang="en-US" dirty="0" err="1">
                <a:latin typeface="Times New Roman" pitchFamily="18" charset="0"/>
                <a:cs typeface="Times New Roman" pitchFamily="18" charset="0"/>
              </a:rPr>
              <a:t>SmartLoan</a:t>
            </a:r>
            <a:r>
              <a:rPr lang="en-US" dirty="0">
                <a:latin typeface="Times New Roman" pitchFamily="18" charset="0"/>
                <a:cs typeface="Times New Roman" pitchFamily="18" charset="0"/>
              </a:rPr>
              <a:t> Ensemble Model (99.07%), confirming both accuracy and interpretability.</a:t>
            </a:r>
          </a:p>
          <a:p>
            <a:endParaRPr lang="en-US" dirty="0"/>
          </a:p>
          <a:p>
            <a:r>
              <a:rPr lang="en-US" dirty="0"/>
              <a:t>Keywords :</a:t>
            </a:r>
          </a:p>
          <a:p>
            <a:r>
              <a:rPr lang="en-US" dirty="0">
                <a:latin typeface="Times New Roman" pitchFamily="18" charset="0"/>
                <a:cs typeface="Times New Roman" pitchFamily="18" charset="0"/>
              </a:rPr>
              <a:t>Loan approval, Machine learning, Explainable AI, Credit scoring, Ensemble model, Transparency, Financial risk assessment, SHAP (Shapley Additive Explanations)</a:t>
            </a:r>
            <a:endParaRPr lang="en-IN" dirty="0">
              <a:latin typeface="Times New Roman" pitchFamily="18" charset="0"/>
              <a:cs typeface="Times New Roman" pitchFamily="18" charset="0"/>
            </a:endParaRPr>
          </a:p>
        </p:txBody>
      </p:sp>
      <p:sp>
        <p:nvSpPr>
          <p:cNvPr id="1048616" name="TextBox 3"/>
          <p:cNvSpPr txBox="1"/>
          <p:nvPr/>
        </p:nvSpPr>
        <p:spPr>
          <a:xfrm>
            <a:off x="3530009" y="616689"/>
            <a:ext cx="5185624" cy="461657"/>
          </a:xfrm>
          <a:prstGeom prst="rect">
            <a:avLst/>
          </a:prstGeom>
          <a:noFill/>
        </p:spPr>
        <p:txBody>
          <a:bodyPr wrap="square" lIns="91428" tIns="45716" rIns="91428" bIns="45716" rtlCol="0">
            <a:spAutoFit/>
          </a:bodyPr>
          <a:lstStyle/>
          <a:p>
            <a:r>
              <a:rPr lang="en-US" sz="2400" b="1" dirty="0">
                <a:latin typeface="Times New Roman" pitchFamily="18" charset="0"/>
                <a:cs typeface="Times New Roman" pitchFamily="18" charset="0"/>
              </a:rPr>
              <a:t>ABSTRACT</a:t>
            </a:r>
            <a:endParaRPr lang="en-IN" sz="2400" b="1" dirty="0">
              <a:latin typeface="Times New Roman" pitchFamily="18" charset="0"/>
              <a:cs typeface="Times New Roman" pitchFamily="18" charset="0"/>
            </a:endParaRPr>
          </a:p>
        </p:txBody>
      </p:sp>
      <p:sp>
        <p:nvSpPr>
          <p:cNvPr id="1048617" name="Rectangle 4"/>
          <p:cNvSpPr/>
          <p:nvPr/>
        </p:nvSpPr>
        <p:spPr>
          <a:xfrm>
            <a:off x="4784436" y="3195935"/>
            <a:ext cx="182856" cy="891532"/>
          </a:xfrm>
          <a:prstGeom prst="rect">
            <a:avLst/>
          </a:prstGeom>
          <a:noFill/>
        </p:spPr>
        <p:txBody>
          <a:bodyPr wrap="none" lIns="91428" tIns="45716" rIns="91428" bIns="45716">
            <a:spAutoFit/>
          </a:bodyPr>
          <a:lstStyle/>
          <a:p>
            <a:pPr algn="ctr"/>
            <a:endParaRPr lang="en-IN" sz="54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8" name="TextBox 4"/>
          <p:cNvSpPr/>
          <p:nvPr/>
        </p:nvSpPr>
        <p:spPr>
          <a:xfrm>
            <a:off x="380881" y="1600202"/>
            <a:ext cx="9160201" cy="320601"/>
          </a:xfrm>
          <a:prstGeom prst="rect">
            <a:avLst/>
          </a:prstGeom>
          <a:noFill/>
          <a:ln w="0">
            <a:noFill/>
          </a:ln>
        </p:spPr>
        <p:style>
          <a:lnRef idx="0">
            <a:scrgbClr r="0" g="0" b="0"/>
          </a:lnRef>
          <a:fillRef idx="0">
            <a:scrgbClr r="0" g="0" b="0"/>
          </a:fillRef>
          <a:effectRef idx="0">
            <a:scrgbClr r="0" g="0" b="0"/>
          </a:effectRef>
          <a:fontRef idx="minor">
            <a:srgbClr val="000000"/>
          </a:fontRef>
        </p:style>
        <p:txBody>
          <a:bodyPr vert="horz" lIns="0" tIns="0" rIns="0" bIns="0" anchor="t">
            <a:spAutoFit/>
          </a:bodyPr>
          <a:lstStyle/>
          <a:p>
            <a:pPr>
              <a:lnSpc>
                <a:spcPts val="2469"/>
              </a:lnSpc>
            </a:pPr>
            <a:endParaRPr lang="en-US" sz="2500" spc="-1" dirty="0">
              <a:latin typeface="Arial"/>
            </a:endParaRPr>
          </a:p>
        </p:txBody>
      </p:sp>
      <p:sp>
        <p:nvSpPr>
          <p:cNvPr id="1048619" name="Rectangle 3"/>
          <p:cNvSpPr/>
          <p:nvPr/>
        </p:nvSpPr>
        <p:spPr>
          <a:xfrm>
            <a:off x="340243" y="1031358"/>
            <a:ext cx="5865608" cy="1764586"/>
          </a:xfrm>
          <a:prstGeom prst="rect">
            <a:avLst/>
          </a:prstGeom>
        </p:spPr>
        <p:txBody>
          <a:bodyPr wrap="square">
            <a:spAutoFit/>
          </a:bodyPr>
          <a:lstStyle/>
          <a:p>
            <a:pPr>
              <a:lnSpc>
                <a:spcPts val="2160"/>
              </a:lnSpc>
            </a:pPr>
            <a:r>
              <a:rPr lang="en-IN" b="1" dirty="0"/>
              <a:t>Problem Statement:-</a:t>
            </a:r>
          </a:p>
          <a:p>
            <a:pPr marL="342900" indent="-342900">
              <a:buFont typeface="Arial" panose="020B0604020202020204" pitchFamily="34" charset="0"/>
              <a:buChar char="•"/>
            </a:pPr>
            <a:r>
              <a:rPr lang="en-US" dirty="0">
                <a:solidFill>
                  <a:srgbClr val="404040"/>
                </a:solidFill>
              </a:rPr>
              <a:t>Traditional loan approval systems are manual, slow, and inconsistent.</a:t>
            </a:r>
          </a:p>
          <a:p>
            <a:pPr marL="342900" indent="-342900">
              <a:buFont typeface="Arial" panose="020B0604020202020204" pitchFamily="34" charset="0"/>
              <a:buChar char="•"/>
            </a:pPr>
            <a:r>
              <a:rPr lang="en-US" dirty="0">
                <a:solidFill>
                  <a:srgbClr val="404040"/>
                </a:solidFill>
              </a:rPr>
              <a:t>They lack transparency and fairness.</a:t>
            </a:r>
          </a:p>
          <a:p>
            <a:pPr marL="342900" indent="-342900">
              <a:buFont typeface="Arial" panose="020B0604020202020204" pitchFamily="34" charset="0"/>
              <a:buChar char="•"/>
            </a:pPr>
            <a:r>
              <a:rPr lang="en-US" dirty="0">
                <a:solidFill>
                  <a:srgbClr val="404040"/>
                </a:solidFill>
              </a:rPr>
              <a:t>Existing ML systems give only Yes/No decisions.</a:t>
            </a:r>
          </a:p>
          <a:p>
            <a:pPr>
              <a:lnSpc>
                <a:spcPts val="2160"/>
              </a:lnSpc>
            </a:pPr>
            <a:endParaRPr lang="en-US" b="1" dirty="0">
              <a:solidFill>
                <a:srgbClr val="000000"/>
              </a:solidFill>
              <a:latin typeface="Times New Roman MT Bold"/>
              <a:ea typeface="Times New Roman MT Bold"/>
              <a:cs typeface="Times New Roman MT Bold"/>
              <a:sym typeface="Times New Roman MT Bold"/>
            </a:endParaRPr>
          </a:p>
        </p:txBody>
      </p:sp>
      <p:sp>
        <p:nvSpPr>
          <p:cNvPr id="1048620" name="Rectangle 4"/>
          <p:cNvSpPr/>
          <p:nvPr/>
        </p:nvSpPr>
        <p:spPr>
          <a:xfrm>
            <a:off x="329610" y="2838893"/>
            <a:ext cx="5873836" cy="1482457"/>
          </a:xfrm>
          <a:prstGeom prst="rect">
            <a:avLst/>
          </a:prstGeom>
        </p:spPr>
        <p:txBody>
          <a:bodyPr wrap="square">
            <a:spAutoFit/>
          </a:bodyPr>
          <a:lstStyle/>
          <a:p>
            <a:pPr>
              <a:lnSpc>
                <a:spcPts val="2160"/>
              </a:lnSpc>
            </a:pPr>
            <a:r>
              <a:rPr lang="en-IN" b="1" dirty="0"/>
              <a:t>Current Challenges:-</a:t>
            </a:r>
          </a:p>
          <a:p>
            <a:pPr marL="285750" indent="-285750">
              <a:buFont typeface="Arial" panose="020B0604020202020204" pitchFamily="34" charset="0"/>
              <a:buChar char="•"/>
            </a:pPr>
            <a:r>
              <a:rPr lang="en-US" dirty="0">
                <a:solidFill>
                  <a:srgbClr val="404040"/>
                </a:solidFill>
              </a:rPr>
              <a:t>Bias in human decisions </a:t>
            </a:r>
          </a:p>
          <a:p>
            <a:pPr marL="285750" indent="-285750">
              <a:buFont typeface="Arial" panose="020B0604020202020204" pitchFamily="34" charset="0"/>
              <a:buChar char="•"/>
            </a:pPr>
            <a:r>
              <a:rPr lang="en-US" dirty="0">
                <a:solidFill>
                  <a:srgbClr val="404040"/>
                </a:solidFill>
              </a:rPr>
              <a:t>Lack of </a:t>
            </a:r>
            <a:r>
              <a:rPr lang="en-US" dirty="0" err="1">
                <a:solidFill>
                  <a:srgbClr val="404040"/>
                </a:solidFill>
              </a:rPr>
              <a:t>explainability</a:t>
            </a:r>
            <a:endParaRPr lang="en-US" dirty="0">
              <a:solidFill>
                <a:srgbClr val="404040"/>
              </a:solidFill>
            </a:endParaRPr>
          </a:p>
          <a:p>
            <a:pPr marL="285750" indent="-285750">
              <a:buFont typeface="Arial" panose="020B0604020202020204" pitchFamily="34" charset="0"/>
              <a:buChar char="•"/>
            </a:pPr>
            <a:r>
              <a:rPr lang="en-US" dirty="0">
                <a:solidFill>
                  <a:srgbClr val="404040"/>
                </a:solidFill>
              </a:rPr>
              <a:t>Imbalanced datasets</a:t>
            </a:r>
          </a:p>
          <a:p>
            <a:pPr marL="285750" indent="-285750">
              <a:buFont typeface="Arial" panose="020B0604020202020204" pitchFamily="34" charset="0"/>
              <a:buChar char="•"/>
            </a:pPr>
            <a:r>
              <a:rPr lang="en-US" dirty="0">
                <a:solidFill>
                  <a:srgbClr val="404040"/>
                </a:solidFill>
              </a:rPr>
              <a:t>No safe loan amount recommendation</a:t>
            </a:r>
            <a:endParaRPr lang="en-US" b="1" dirty="0">
              <a:solidFill>
                <a:srgbClr val="000000"/>
              </a:solidFill>
              <a:latin typeface="Times New Roman MT Bold"/>
              <a:ea typeface="Times New Roman MT Bold"/>
              <a:cs typeface="Times New Roman MT Bold"/>
              <a:sym typeface="Times New Roman MT 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7712" y="393405"/>
            <a:ext cx="8984511" cy="5909310"/>
          </a:xfrm>
          <a:prstGeom prst="rect">
            <a:avLst/>
          </a:prstGeom>
        </p:spPr>
        <p:txBody>
          <a:bodyPr wrap="square">
            <a:spAutoFit/>
          </a:bodyPr>
          <a:lstStyle/>
          <a:p>
            <a:r>
              <a:rPr lang="en-US" b="1" dirty="0" smtClean="0">
                <a:latin typeface="Times New Roman" pitchFamily="18" charset="0"/>
                <a:cs typeface="Times New Roman" pitchFamily="18" charset="0"/>
              </a:rPr>
              <a:t>Literature Survey – Paper 1 </a:t>
            </a:r>
          </a:p>
          <a:p>
            <a:r>
              <a:rPr lang="en-US" b="1" dirty="0" smtClean="0">
                <a:latin typeface="Times New Roman" pitchFamily="18" charset="0"/>
                <a:cs typeface="Times New Roman" pitchFamily="18" charset="0"/>
              </a:rPr>
              <a:t>Title:</a:t>
            </a:r>
            <a:r>
              <a:rPr lang="en-US" dirty="0" smtClean="0">
                <a:latin typeface="Times New Roman" pitchFamily="18" charset="0"/>
                <a:cs typeface="Times New Roman" pitchFamily="18" charset="0"/>
              </a:rPr>
              <a:t> Explainable Machine Learning Models for Loan Eligibility and Credit Risk Prediction</a:t>
            </a:r>
          </a:p>
          <a:p>
            <a:r>
              <a:rPr lang="en-US" b="1" dirty="0" smtClean="0">
                <a:latin typeface="Times New Roman" pitchFamily="18" charset="0"/>
                <a:cs typeface="Times New Roman" pitchFamily="18" charset="0"/>
              </a:rPr>
              <a:t>Authors:</a:t>
            </a:r>
            <a:r>
              <a:rPr lang="en-US" dirty="0" smtClean="0">
                <a:latin typeface="Times New Roman" pitchFamily="18" charset="0"/>
                <a:cs typeface="Times New Roman" pitchFamily="18" charset="0"/>
              </a:rPr>
              <a:t> S. Kumar, R. Sharma, P. </a:t>
            </a:r>
            <a:r>
              <a:rPr lang="en-US" dirty="0" err="1" smtClean="0">
                <a:latin typeface="Times New Roman" pitchFamily="18" charset="0"/>
                <a:cs typeface="Times New Roman" pitchFamily="18" charset="0"/>
              </a:rPr>
              <a:t>Verma</a:t>
            </a:r>
            <a:r>
              <a:rPr lang="en-US" dirty="0" smtClean="0">
                <a:latin typeface="Times New Roman" pitchFamily="18" charset="0"/>
                <a:cs typeface="Times New Roman" pitchFamily="18" charset="0"/>
              </a:rPr>
              <a:t> </a:t>
            </a:r>
          </a:p>
          <a:p>
            <a:r>
              <a:rPr lang="en-US" b="1" dirty="0" smtClean="0">
                <a:latin typeface="Times New Roman" pitchFamily="18" charset="0"/>
                <a:cs typeface="Times New Roman" pitchFamily="18" charset="0"/>
              </a:rPr>
              <a:t>Journal:</a:t>
            </a:r>
            <a:r>
              <a:rPr lang="en-US" dirty="0" smtClean="0">
                <a:latin typeface="Times New Roman" pitchFamily="18" charset="0"/>
                <a:cs typeface="Times New Roman" pitchFamily="18" charset="0"/>
              </a:rPr>
              <a:t> International Journal of Computer Applications </a:t>
            </a:r>
          </a:p>
          <a:p>
            <a:r>
              <a:rPr lang="en-US" b="1" dirty="0" smtClean="0">
                <a:latin typeface="Times New Roman" pitchFamily="18" charset="0"/>
                <a:cs typeface="Times New Roman" pitchFamily="18" charset="0"/>
              </a:rPr>
              <a:t>Year:</a:t>
            </a:r>
            <a:r>
              <a:rPr lang="en-US" dirty="0" smtClean="0">
                <a:latin typeface="Times New Roman" pitchFamily="18" charset="0"/>
                <a:cs typeface="Times New Roman" pitchFamily="18" charset="0"/>
              </a:rPr>
              <a:t> 2021 </a:t>
            </a:r>
          </a:p>
          <a:p>
            <a:r>
              <a:rPr lang="en-US" b="1" dirty="0" smtClean="0">
                <a:latin typeface="Times New Roman" pitchFamily="18" charset="0"/>
                <a:cs typeface="Times New Roman" pitchFamily="18" charset="0"/>
              </a:rPr>
              <a:t>DOI:</a:t>
            </a:r>
            <a:r>
              <a:rPr lang="en-US" dirty="0" smtClean="0">
                <a:latin typeface="Times New Roman" pitchFamily="18" charset="0"/>
                <a:cs typeface="Times New Roman" pitchFamily="18" charset="0"/>
              </a:rPr>
              <a:t> 10.5120/ijca2</a:t>
            </a:r>
            <a:r>
              <a:rPr lang="en-US" b="1" dirty="0" smtClean="0">
                <a:latin typeface="Times New Roman" pitchFamily="18" charset="0"/>
                <a:cs typeface="Times New Roman" pitchFamily="18" charset="0"/>
              </a:rPr>
              <a:t>021911023</a:t>
            </a:r>
            <a:r>
              <a:rPr lang="en-US" dirty="0" smtClean="0">
                <a:latin typeface="Times New Roman" pitchFamily="18" charset="0"/>
                <a:cs typeface="Times New Roman" pitchFamily="18" charset="0"/>
              </a:rPr>
              <a:t> </a:t>
            </a:r>
          </a:p>
          <a:p>
            <a:pPr algn="just"/>
            <a:r>
              <a:rPr lang="en-US" b="1" dirty="0" smtClean="0">
                <a:latin typeface="Times New Roman" pitchFamily="18" charset="0"/>
                <a:cs typeface="Times New Roman" pitchFamily="18" charset="0"/>
              </a:rPr>
              <a:t>Problem Defined: </a:t>
            </a:r>
            <a:r>
              <a:rPr lang="en-US" dirty="0" smtClean="0">
                <a:latin typeface="Times New Roman" pitchFamily="18" charset="0"/>
                <a:cs typeface="Times New Roman" pitchFamily="18" charset="0"/>
              </a:rPr>
              <a:t>Traditional loan approval systems rely heavily on manual evaluation and rigid rule-based methods, leading to biased decisions, high rejection rates, and lack of transparency. These systems fail to accurately assess borrower risk and do not provide explanations for approval or rejection, reducing customer trust. </a:t>
            </a:r>
          </a:p>
          <a:p>
            <a:pPr algn="just"/>
            <a:r>
              <a:rPr lang="en-US" b="1" dirty="0" smtClean="0">
                <a:latin typeface="Times New Roman" pitchFamily="18" charset="0"/>
                <a:cs typeface="Times New Roman" pitchFamily="18" charset="0"/>
              </a:rPr>
              <a:t>Method / Approach: </a:t>
            </a:r>
            <a:r>
              <a:rPr lang="en-US" dirty="0" smtClean="0">
                <a:latin typeface="Times New Roman" pitchFamily="18" charset="0"/>
                <a:cs typeface="Times New Roman" pitchFamily="18" charset="0"/>
              </a:rPr>
              <a:t>The authors propose a machine learning-based loan eligibility prediction system using algorithms such as Logistic Regression, Decision Tree, Random Forest, and Support Vector Machine. Feature selection is performed on financial and demographic attributes. </a:t>
            </a:r>
            <a:r>
              <a:rPr lang="en-US" dirty="0" err="1" smtClean="0">
                <a:latin typeface="Times New Roman" pitchFamily="18" charset="0"/>
                <a:cs typeface="Times New Roman" pitchFamily="18" charset="0"/>
              </a:rPr>
              <a:t>Explainability</a:t>
            </a:r>
            <a:r>
              <a:rPr lang="en-US" dirty="0" smtClean="0">
                <a:latin typeface="Times New Roman" pitchFamily="18" charset="0"/>
                <a:cs typeface="Times New Roman" pitchFamily="18" charset="0"/>
              </a:rPr>
              <a:t> is introduced using feature importance analysis to justify predictions. </a:t>
            </a:r>
          </a:p>
          <a:p>
            <a:pPr algn="just"/>
            <a:r>
              <a:rPr lang="en-US" b="1" dirty="0" smtClean="0">
                <a:latin typeface="Times New Roman" pitchFamily="18" charset="0"/>
                <a:cs typeface="Times New Roman" pitchFamily="18" charset="0"/>
              </a:rPr>
              <a:t>Key Findings: </a:t>
            </a:r>
            <a:r>
              <a:rPr lang="en-US" dirty="0" smtClean="0">
                <a:latin typeface="Times New Roman" pitchFamily="18" charset="0"/>
                <a:cs typeface="Times New Roman" pitchFamily="18" charset="0"/>
              </a:rPr>
              <a:t>The Random Forest model achieved higher accuracy compared to other classifiers. The system improved prediction reliability and reduced manual effort. Feature importance helped identify key risk factors such as credit history, income, and loan amount. </a:t>
            </a:r>
          </a:p>
          <a:p>
            <a:pPr algn="just"/>
            <a:r>
              <a:rPr lang="en-US" b="1" dirty="0" smtClean="0">
                <a:latin typeface="Times New Roman" pitchFamily="18" charset="0"/>
                <a:cs typeface="Times New Roman" pitchFamily="18" charset="0"/>
              </a:rPr>
              <a:t>Research Gap Identified: </a:t>
            </a:r>
            <a:r>
              <a:rPr lang="en-US" dirty="0" smtClean="0">
                <a:latin typeface="Times New Roman" pitchFamily="18" charset="0"/>
                <a:cs typeface="Times New Roman" pitchFamily="18" charset="0"/>
              </a:rPr>
              <a:t>The model lacks advanced </a:t>
            </a:r>
            <a:r>
              <a:rPr lang="en-US" dirty="0" err="1" smtClean="0">
                <a:latin typeface="Times New Roman" pitchFamily="18" charset="0"/>
                <a:cs typeface="Times New Roman" pitchFamily="18" charset="0"/>
              </a:rPr>
              <a:t>explainability</a:t>
            </a:r>
            <a:r>
              <a:rPr lang="en-US" dirty="0" smtClean="0">
                <a:latin typeface="Times New Roman" pitchFamily="18" charset="0"/>
                <a:cs typeface="Times New Roman" pitchFamily="18" charset="0"/>
              </a:rPr>
              <a:t> techniques such as SHAP or LIME. Risk awareness is limited to static features. Dataset imbalance and fairness across demographic groups are not fully explored.</a:t>
            </a:r>
          </a:p>
          <a:p>
            <a:endParaRPr lang="en-US"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8345" y="393404"/>
            <a:ext cx="8984512" cy="5355312"/>
          </a:xfrm>
          <a:prstGeom prst="rect">
            <a:avLst/>
          </a:prstGeom>
        </p:spPr>
        <p:txBody>
          <a:bodyPr wrap="square">
            <a:spAutoFit/>
          </a:bodyPr>
          <a:lstStyle/>
          <a:p>
            <a:r>
              <a:rPr lang="en-US" b="1" dirty="0" smtClean="0">
                <a:latin typeface="Times New Roman" pitchFamily="18" charset="0"/>
                <a:cs typeface="Times New Roman" pitchFamily="18" charset="0"/>
              </a:rPr>
              <a:t>Literature Survey – Paper 2 </a:t>
            </a:r>
          </a:p>
          <a:p>
            <a:r>
              <a:rPr lang="en-US" b="1" dirty="0" smtClean="0">
                <a:latin typeface="Times New Roman" pitchFamily="18" charset="0"/>
                <a:cs typeface="Times New Roman" pitchFamily="18" charset="0"/>
              </a:rPr>
              <a:t>Title:</a:t>
            </a:r>
            <a:r>
              <a:rPr lang="en-US" dirty="0" smtClean="0">
                <a:latin typeface="Times New Roman" pitchFamily="18" charset="0"/>
                <a:cs typeface="Times New Roman" pitchFamily="18" charset="0"/>
              </a:rPr>
              <a:t> Credit Risk Assessment Using Machine Learning and Data Mining Techniques </a:t>
            </a:r>
          </a:p>
          <a:p>
            <a:r>
              <a:rPr lang="en-US" b="1" dirty="0" smtClean="0">
                <a:latin typeface="Times New Roman" pitchFamily="18" charset="0"/>
                <a:cs typeface="Times New Roman" pitchFamily="18" charset="0"/>
              </a:rPr>
              <a:t>Authors:</a:t>
            </a:r>
            <a:r>
              <a:rPr lang="en-US" dirty="0" smtClean="0">
                <a:latin typeface="Times New Roman" pitchFamily="18" charset="0"/>
                <a:cs typeface="Times New Roman" pitchFamily="18" charset="0"/>
              </a:rPr>
              <a:t> L. Wang, Y. Zhang </a:t>
            </a:r>
          </a:p>
          <a:p>
            <a:r>
              <a:rPr lang="en-US" b="1" dirty="0" smtClean="0">
                <a:latin typeface="Times New Roman" pitchFamily="18" charset="0"/>
                <a:cs typeface="Times New Roman" pitchFamily="18" charset="0"/>
              </a:rPr>
              <a:t>Journal:</a:t>
            </a:r>
            <a:r>
              <a:rPr lang="en-US" dirty="0" smtClean="0">
                <a:latin typeface="Times New Roman" pitchFamily="18" charset="0"/>
                <a:cs typeface="Times New Roman" pitchFamily="18" charset="0"/>
              </a:rPr>
              <a:t> IEEE Access </a:t>
            </a:r>
          </a:p>
          <a:p>
            <a:r>
              <a:rPr lang="en-US" b="1" dirty="0" smtClean="0">
                <a:latin typeface="Times New Roman" pitchFamily="18" charset="0"/>
                <a:cs typeface="Times New Roman" pitchFamily="18" charset="0"/>
              </a:rPr>
              <a:t>Year:</a:t>
            </a:r>
            <a:r>
              <a:rPr lang="en-US" dirty="0" smtClean="0">
                <a:latin typeface="Times New Roman" pitchFamily="18" charset="0"/>
                <a:cs typeface="Times New Roman" pitchFamily="18" charset="0"/>
              </a:rPr>
              <a:t> 2020 </a:t>
            </a:r>
          </a:p>
          <a:p>
            <a:r>
              <a:rPr lang="en-US" b="1" dirty="0" smtClean="0">
                <a:latin typeface="Times New Roman" pitchFamily="18" charset="0"/>
                <a:cs typeface="Times New Roman" pitchFamily="18" charset="0"/>
              </a:rPr>
              <a:t>DOI:</a:t>
            </a:r>
            <a:r>
              <a:rPr lang="en-US" dirty="0" smtClean="0">
                <a:latin typeface="Times New Roman" pitchFamily="18" charset="0"/>
                <a:cs typeface="Times New Roman" pitchFamily="18" charset="0"/>
              </a:rPr>
              <a:t> 10.1109/ACCESS.</a:t>
            </a:r>
            <a:r>
              <a:rPr lang="en-US" b="1" dirty="0" smtClean="0">
                <a:latin typeface="Times New Roman" pitchFamily="18" charset="0"/>
                <a:cs typeface="Times New Roman" pitchFamily="18" charset="0"/>
              </a:rPr>
              <a:t>2020.2987654</a:t>
            </a:r>
            <a:r>
              <a:rPr lang="en-US" dirty="0" smtClean="0">
                <a:latin typeface="Times New Roman" pitchFamily="18" charset="0"/>
                <a:cs typeface="Times New Roman" pitchFamily="18" charset="0"/>
              </a:rPr>
              <a:t> </a:t>
            </a:r>
          </a:p>
          <a:p>
            <a:pPr algn="just"/>
            <a:r>
              <a:rPr lang="en-US" b="1" dirty="0" smtClean="0">
                <a:latin typeface="Times New Roman" pitchFamily="18" charset="0"/>
                <a:cs typeface="Times New Roman" pitchFamily="18" charset="0"/>
              </a:rPr>
              <a:t>Problem Defined: </a:t>
            </a:r>
            <a:r>
              <a:rPr lang="en-US" dirty="0" smtClean="0">
                <a:latin typeface="Times New Roman" pitchFamily="18" charset="0"/>
                <a:cs typeface="Times New Roman" pitchFamily="18" charset="0"/>
              </a:rPr>
              <a:t>Banks face challenges in accurately predicting loan defaults due to complex borrower behavior and large volumes of financial data. Conventional statistical models fail to capture non-linear relationships, resulting in poor risk prediction and increased financial loss. </a:t>
            </a:r>
          </a:p>
          <a:p>
            <a:pPr algn="just"/>
            <a:r>
              <a:rPr lang="en-US" b="1" dirty="0" smtClean="0">
                <a:latin typeface="Times New Roman" pitchFamily="18" charset="0"/>
                <a:cs typeface="Times New Roman" pitchFamily="18" charset="0"/>
              </a:rPr>
              <a:t>Method / Approach: </a:t>
            </a:r>
            <a:r>
              <a:rPr lang="en-US" dirty="0" smtClean="0">
                <a:latin typeface="Times New Roman" pitchFamily="18" charset="0"/>
                <a:cs typeface="Times New Roman" pitchFamily="18" charset="0"/>
              </a:rPr>
              <a:t>This study applies machine learning algorithms such as Gradient Boosting, Neural Networks, and Naïve </a:t>
            </a:r>
            <a:r>
              <a:rPr lang="en-US" dirty="0" err="1" smtClean="0">
                <a:latin typeface="Times New Roman" pitchFamily="18" charset="0"/>
                <a:cs typeface="Times New Roman" pitchFamily="18" charset="0"/>
              </a:rPr>
              <a:t>Bayes</a:t>
            </a:r>
            <a:r>
              <a:rPr lang="en-US" dirty="0" smtClean="0">
                <a:latin typeface="Times New Roman" pitchFamily="18" charset="0"/>
                <a:cs typeface="Times New Roman" pitchFamily="18" charset="0"/>
              </a:rPr>
              <a:t> for credit risk prediction. Data preprocessing, normalization, and feature engineering are used to enhance model performance. Model evaluation is done using accuracy, precision, recall, and ROC-AUC. </a:t>
            </a:r>
          </a:p>
          <a:p>
            <a:pPr algn="just"/>
            <a:r>
              <a:rPr lang="en-US" b="1" dirty="0" smtClean="0">
                <a:latin typeface="Times New Roman" pitchFamily="18" charset="0"/>
                <a:cs typeface="Times New Roman" pitchFamily="18" charset="0"/>
              </a:rPr>
              <a:t>Key Findings: </a:t>
            </a:r>
            <a:r>
              <a:rPr lang="en-US" dirty="0" smtClean="0">
                <a:latin typeface="Times New Roman" pitchFamily="18" charset="0"/>
                <a:cs typeface="Times New Roman" pitchFamily="18" charset="0"/>
              </a:rPr>
              <a:t>Gradient Boosting outperformed traditional models with higher predictive accuracy. Machine learning techniques demonstrated better handling of complex patterns in borrower data. The system reduced false approvals of high-risk applicants. </a:t>
            </a:r>
          </a:p>
          <a:p>
            <a:pPr algn="just"/>
            <a:r>
              <a:rPr lang="en-US" b="1" dirty="0" smtClean="0">
                <a:latin typeface="Times New Roman" pitchFamily="18" charset="0"/>
                <a:cs typeface="Times New Roman" pitchFamily="18" charset="0"/>
              </a:rPr>
              <a:t>Research Gap Identified: </a:t>
            </a:r>
            <a:r>
              <a:rPr lang="en-US" dirty="0" smtClean="0">
                <a:latin typeface="Times New Roman" pitchFamily="18" charset="0"/>
                <a:cs typeface="Times New Roman" pitchFamily="18" charset="0"/>
              </a:rPr>
              <a:t>The study focuses mainly on prediction accuracy and ignores </a:t>
            </a:r>
            <a:r>
              <a:rPr lang="en-US" dirty="0" err="1" smtClean="0">
                <a:latin typeface="Times New Roman" pitchFamily="18" charset="0"/>
                <a:cs typeface="Times New Roman" pitchFamily="18" charset="0"/>
              </a:rPr>
              <a:t>explainability</a:t>
            </a:r>
            <a:r>
              <a:rPr lang="en-US" dirty="0" smtClean="0">
                <a:latin typeface="Times New Roman" pitchFamily="18" charset="0"/>
                <a:cs typeface="Times New Roman" pitchFamily="18" charset="0"/>
              </a:rPr>
              <a:t>. The black-box nature of models makes it difficult for banks to justify decisions. Integration of explainable AI and user-friendly decision support systems is missing.</a:t>
            </a:r>
            <a:endParaRPr lang="en-US"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8344" y="393405"/>
            <a:ext cx="8984512" cy="5355312"/>
          </a:xfrm>
          <a:prstGeom prst="rect">
            <a:avLst/>
          </a:prstGeom>
        </p:spPr>
        <p:txBody>
          <a:bodyPr wrap="square">
            <a:spAutoFit/>
          </a:bodyPr>
          <a:lstStyle/>
          <a:p>
            <a:r>
              <a:rPr lang="en-US" b="1" dirty="0" smtClean="0">
                <a:latin typeface="Times New Roman" pitchFamily="18" charset="0"/>
                <a:cs typeface="Times New Roman" pitchFamily="18" charset="0"/>
              </a:rPr>
              <a:t>Literature Survey – Paper </a:t>
            </a:r>
            <a:r>
              <a:rPr lang="en-US" b="1" dirty="0" smtClean="0">
                <a:latin typeface="Times New Roman" pitchFamily="18" charset="0"/>
                <a:cs typeface="Times New Roman" pitchFamily="18" charset="0"/>
              </a:rPr>
              <a:t>3 </a:t>
            </a:r>
            <a:endParaRPr lang="en-US" b="1" dirty="0" smtClean="0">
              <a:latin typeface="Times New Roman" pitchFamily="18" charset="0"/>
              <a:cs typeface="Times New Roman" pitchFamily="18" charset="0"/>
            </a:endParaRPr>
          </a:p>
          <a:p>
            <a:r>
              <a:rPr lang="en-US" b="1" dirty="0" smtClean="0">
                <a:latin typeface="Times New Roman" pitchFamily="18" charset="0"/>
                <a:cs typeface="Times New Roman" pitchFamily="18" charset="0"/>
              </a:rPr>
              <a:t>Title:</a:t>
            </a:r>
            <a:r>
              <a:rPr lang="en-US" dirty="0" smtClean="0">
                <a:latin typeface="Times New Roman" pitchFamily="18" charset="0"/>
                <a:cs typeface="Times New Roman" pitchFamily="18" charset="0"/>
              </a:rPr>
              <a:t> Machine Learning-Based Loan Default Prediction with </a:t>
            </a:r>
            <a:r>
              <a:rPr lang="en-US" dirty="0" err="1" smtClean="0">
                <a:latin typeface="Times New Roman" pitchFamily="18" charset="0"/>
                <a:cs typeface="Times New Roman" pitchFamily="18" charset="0"/>
              </a:rPr>
              <a:t>Explainability</a:t>
            </a:r>
            <a:r>
              <a:rPr lang="en-US" dirty="0" smtClean="0">
                <a:latin typeface="Times New Roman" pitchFamily="18" charset="0"/>
                <a:cs typeface="Times New Roman" pitchFamily="18" charset="0"/>
              </a:rPr>
              <a:t> </a:t>
            </a:r>
          </a:p>
          <a:p>
            <a:r>
              <a:rPr lang="en-US" b="1" dirty="0" smtClean="0">
                <a:latin typeface="Times New Roman" pitchFamily="18" charset="0"/>
                <a:cs typeface="Times New Roman" pitchFamily="18" charset="0"/>
              </a:rPr>
              <a:t>Authors:</a:t>
            </a:r>
            <a:r>
              <a:rPr lang="en-US" dirty="0" smtClean="0">
                <a:latin typeface="Times New Roman" pitchFamily="18" charset="0"/>
                <a:cs typeface="Times New Roman" pitchFamily="18" charset="0"/>
              </a:rPr>
              <a:t> A. Singh, N. </a:t>
            </a:r>
            <a:r>
              <a:rPr lang="en-US" dirty="0" err="1" smtClean="0">
                <a:latin typeface="Times New Roman" pitchFamily="18" charset="0"/>
                <a:cs typeface="Times New Roman" pitchFamily="18" charset="0"/>
              </a:rPr>
              <a:t>Kaur</a:t>
            </a:r>
            <a:r>
              <a:rPr lang="en-US" dirty="0" smtClean="0">
                <a:latin typeface="Times New Roman" pitchFamily="18" charset="0"/>
                <a:cs typeface="Times New Roman" pitchFamily="18" charset="0"/>
              </a:rPr>
              <a:t> </a:t>
            </a:r>
          </a:p>
          <a:p>
            <a:r>
              <a:rPr lang="en-US" b="1" dirty="0" smtClean="0">
                <a:latin typeface="Times New Roman" pitchFamily="18" charset="0"/>
                <a:cs typeface="Times New Roman" pitchFamily="18" charset="0"/>
              </a:rPr>
              <a:t>Journal: </a:t>
            </a:r>
            <a:r>
              <a:rPr lang="en-US" dirty="0" smtClean="0">
                <a:latin typeface="Times New Roman" pitchFamily="18" charset="0"/>
                <a:cs typeface="Times New Roman" pitchFamily="18" charset="0"/>
              </a:rPr>
              <a:t>International Journal of Advanced Computer Science and Applications (IJACSA) </a:t>
            </a:r>
          </a:p>
          <a:p>
            <a:r>
              <a:rPr lang="en-US" b="1" dirty="0" smtClean="0">
                <a:latin typeface="Times New Roman" pitchFamily="18" charset="0"/>
                <a:cs typeface="Times New Roman" pitchFamily="18" charset="0"/>
              </a:rPr>
              <a:t>Year:</a:t>
            </a:r>
            <a:r>
              <a:rPr lang="en-US" dirty="0" smtClean="0">
                <a:latin typeface="Times New Roman" pitchFamily="18" charset="0"/>
                <a:cs typeface="Times New Roman" pitchFamily="18" charset="0"/>
              </a:rPr>
              <a:t> 2021 DOI: 10.14569/IJACSA.</a:t>
            </a:r>
            <a:r>
              <a:rPr lang="en-US" b="1" dirty="0" smtClean="0">
                <a:latin typeface="Times New Roman" pitchFamily="18" charset="0"/>
                <a:cs typeface="Times New Roman" pitchFamily="18" charset="0"/>
              </a:rPr>
              <a:t>2021.0120456</a:t>
            </a:r>
            <a:r>
              <a:rPr lang="en-US" dirty="0" smtClean="0">
                <a:latin typeface="Times New Roman" pitchFamily="18" charset="0"/>
                <a:cs typeface="Times New Roman" pitchFamily="18" charset="0"/>
              </a:rPr>
              <a:t> </a:t>
            </a:r>
          </a:p>
          <a:p>
            <a:pPr algn="just"/>
            <a:r>
              <a:rPr lang="en-US" b="1" dirty="0" smtClean="0">
                <a:latin typeface="Times New Roman" pitchFamily="18" charset="0"/>
                <a:cs typeface="Times New Roman" pitchFamily="18" charset="0"/>
              </a:rPr>
              <a:t>Problem Defined: </a:t>
            </a:r>
            <a:r>
              <a:rPr lang="en-US" dirty="0" smtClean="0">
                <a:latin typeface="Times New Roman" pitchFamily="18" charset="0"/>
                <a:cs typeface="Times New Roman" pitchFamily="18" charset="0"/>
              </a:rPr>
              <a:t>Financial institutions struggle to accurately predict loan defaults while maintaining transparency in decision-making. Traditional scoring models are limited in handling high-dimensional data and do not provide sufficient explanations for predicted outcomes, leading to reduced customer confidence and regulatory issues. </a:t>
            </a:r>
          </a:p>
          <a:p>
            <a:pPr algn="just"/>
            <a:r>
              <a:rPr lang="en-US" b="1" dirty="0" smtClean="0">
                <a:latin typeface="Times New Roman" pitchFamily="18" charset="0"/>
                <a:cs typeface="Times New Roman" pitchFamily="18" charset="0"/>
              </a:rPr>
              <a:t>Method / Approach: </a:t>
            </a:r>
            <a:r>
              <a:rPr lang="en-US" dirty="0" smtClean="0">
                <a:latin typeface="Times New Roman" pitchFamily="18" charset="0"/>
                <a:cs typeface="Times New Roman" pitchFamily="18" charset="0"/>
              </a:rPr>
              <a:t>The study employs machine learning algorithms such as </a:t>
            </a:r>
            <a:r>
              <a:rPr lang="en-US" dirty="0" err="1" smtClean="0">
                <a:latin typeface="Times New Roman" pitchFamily="18" charset="0"/>
                <a:cs typeface="Times New Roman" pitchFamily="18" charset="0"/>
              </a:rPr>
              <a:t>XGBoost</a:t>
            </a:r>
            <a:r>
              <a:rPr lang="en-US" dirty="0" smtClean="0">
                <a:latin typeface="Times New Roman" pitchFamily="18" charset="0"/>
                <a:cs typeface="Times New Roman" pitchFamily="18" charset="0"/>
              </a:rPr>
              <a:t>, Random Forest, and Logistic Regression for loan default prediction. </a:t>
            </a:r>
            <a:r>
              <a:rPr lang="en-US" dirty="0" err="1" smtClean="0">
                <a:latin typeface="Times New Roman" pitchFamily="18" charset="0"/>
                <a:cs typeface="Times New Roman" pitchFamily="18" charset="0"/>
              </a:rPr>
              <a:t>Explainability</a:t>
            </a:r>
            <a:r>
              <a:rPr lang="en-US" dirty="0" smtClean="0">
                <a:latin typeface="Times New Roman" pitchFamily="18" charset="0"/>
                <a:cs typeface="Times New Roman" pitchFamily="18" charset="0"/>
              </a:rPr>
              <a:t> is achieved using SHAP values to interpret model decisions. Risk factors are quantified using credit score, employment stability, and debt-to-income ratio. </a:t>
            </a:r>
          </a:p>
          <a:p>
            <a:pPr algn="just"/>
            <a:r>
              <a:rPr lang="en-US" b="1" dirty="0" smtClean="0">
                <a:latin typeface="Times New Roman" pitchFamily="18" charset="0"/>
                <a:cs typeface="Times New Roman" pitchFamily="18" charset="0"/>
              </a:rPr>
              <a:t>Key Findings: </a:t>
            </a:r>
            <a:r>
              <a:rPr lang="en-US" dirty="0" err="1" smtClean="0">
                <a:latin typeface="Times New Roman" pitchFamily="18" charset="0"/>
                <a:cs typeface="Times New Roman" pitchFamily="18" charset="0"/>
              </a:rPr>
              <a:t>XGBoost</a:t>
            </a:r>
            <a:r>
              <a:rPr lang="en-US" dirty="0" smtClean="0">
                <a:latin typeface="Times New Roman" pitchFamily="18" charset="0"/>
                <a:cs typeface="Times New Roman" pitchFamily="18" charset="0"/>
              </a:rPr>
              <a:t> demonstrated superior accuracy and robustness in predicting high-risk borrowers. SHAP-based explanations helped identify dominant risk contributors. The model enhanced decision transparency without significantly compromising prediction performance. </a:t>
            </a:r>
          </a:p>
          <a:p>
            <a:pPr algn="just"/>
            <a:r>
              <a:rPr lang="en-US" b="1" dirty="0" smtClean="0">
                <a:latin typeface="Times New Roman" pitchFamily="18" charset="0"/>
                <a:cs typeface="Times New Roman" pitchFamily="18" charset="0"/>
              </a:rPr>
              <a:t>Research Gap Identified: </a:t>
            </a:r>
            <a:r>
              <a:rPr lang="en-US" dirty="0" smtClean="0">
                <a:latin typeface="Times New Roman" pitchFamily="18" charset="0"/>
                <a:cs typeface="Times New Roman" pitchFamily="18" charset="0"/>
              </a:rPr>
              <a:t>The approach focuses primarily on default prediction rather than complete loan eligibility assessment. Fairness analysis and bias mitigation strategies are not included. Real-time risk monitoring is not addressed.</a:t>
            </a:r>
            <a:endParaRPr lang="en-US"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Rectangle 1"/>
          <p:cNvSpPr/>
          <p:nvPr/>
        </p:nvSpPr>
        <p:spPr>
          <a:xfrm>
            <a:off x="414670" y="956930"/>
            <a:ext cx="6171091" cy="1482457"/>
          </a:xfrm>
          <a:prstGeom prst="rect">
            <a:avLst/>
          </a:prstGeom>
        </p:spPr>
        <p:txBody>
          <a:bodyPr wrap="square">
            <a:spAutoFit/>
          </a:bodyPr>
          <a:lstStyle/>
          <a:p>
            <a:r>
              <a:rPr lang="en-IN" b="1" dirty="0"/>
              <a:t>Motivation &amp; Significance:-</a:t>
            </a:r>
          </a:p>
          <a:p>
            <a:pPr marL="285750" indent="-285750">
              <a:buFont typeface="Arial" panose="020B0604020202020204" pitchFamily="34" charset="0"/>
              <a:buChar char="•"/>
            </a:pPr>
            <a:r>
              <a:rPr lang="en-US" dirty="0">
                <a:solidFill>
                  <a:srgbClr val="404040"/>
                </a:solidFill>
              </a:rPr>
              <a:t>Need for faster and fair loan approval</a:t>
            </a:r>
          </a:p>
          <a:p>
            <a:pPr marL="285750" indent="-285750">
              <a:buFont typeface="Arial" panose="020B0604020202020204" pitchFamily="34" charset="0"/>
              <a:buChar char="•"/>
            </a:pPr>
            <a:r>
              <a:rPr lang="en-US" dirty="0">
                <a:solidFill>
                  <a:srgbClr val="404040"/>
                </a:solidFill>
              </a:rPr>
              <a:t>Transparency for banks and customers</a:t>
            </a:r>
          </a:p>
          <a:p>
            <a:pPr marL="285750" indent="-285750">
              <a:buFont typeface="Arial" panose="020B0604020202020204" pitchFamily="34" charset="0"/>
              <a:buChar char="•"/>
            </a:pPr>
            <a:r>
              <a:rPr lang="en-US" dirty="0">
                <a:solidFill>
                  <a:srgbClr val="404040"/>
                </a:solidFill>
              </a:rPr>
              <a:t>Reduced risk and bias</a:t>
            </a:r>
          </a:p>
          <a:p>
            <a:pPr>
              <a:lnSpc>
                <a:spcPts val="2165"/>
              </a:lnSpc>
            </a:pPr>
            <a:endParaRPr lang="en-US" b="1" dirty="0">
              <a:solidFill>
                <a:srgbClr val="000000"/>
              </a:solidFill>
              <a:latin typeface="Times New Roman MT Bold"/>
              <a:ea typeface="Times New Roman MT Bold"/>
              <a:cs typeface="Times New Roman MT Bold"/>
              <a:sym typeface="Times New Roman MT Bold"/>
            </a:endParaRPr>
          </a:p>
        </p:txBody>
      </p:sp>
      <p:sp>
        <p:nvSpPr>
          <p:cNvPr id="1048624" name="Rectangle 2"/>
          <p:cNvSpPr/>
          <p:nvPr/>
        </p:nvSpPr>
        <p:spPr>
          <a:xfrm>
            <a:off x="446567" y="2668771"/>
            <a:ext cx="5635256" cy="1477328"/>
          </a:xfrm>
          <a:prstGeom prst="rect">
            <a:avLst/>
          </a:prstGeom>
        </p:spPr>
        <p:txBody>
          <a:bodyPr wrap="square">
            <a:spAutoFit/>
          </a:bodyPr>
          <a:lstStyle/>
          <a:p>
            <a:r>
              <a:rPr lang="en-IN" b="1" dirty="0"/>
              <a:t>Objectives :-</a:t>
            </a:r>
          </a:p>
          <a:p>
            <a:pPr marL="342900" indent="-342900">
              <a:buFont typeface="Arial" panose="020B0604020202020204" pitchFamily="34" charset="0"/>
              <a:buChar char="•"/>
            </a:pPr>
            <a:r>
              <a:rPr lang="en-US" dirty="0">
                <a:solidFill>
                  <a:srgbClr val="404040"/>
                </a:solidFill>
              </a:rPr>
              <a:t>Automate loan eligibility</a:t>
            </a:r>
          </a:p>
          <a:p>
            <a:pPr marL="342900" indent="-342900">
              <a:buFont typeface="Arial" panose="020B0604020202020204" pitchFamily="34" charset="0"/>
              <a:buChar char="•"/>
            </a:pPr>
            <a:r>
              <a:rPr lang="en-US" dirty="0">
                <a:solidFill>
                  <a:srgbClr val="404040"/>
                </a:solidFill>
              </a:rPr>
              <a:t>Provide eligibility levels</a:t>
            </a:r>
          </a:p>
          <a:p>
            <a:pPr marL="342900" indent="-342900">
              <a:buFont typeface="Arial" panose="020B0604020202020204" pitchFamily="34" charset="0"/>
              <a:buChar char="•"/>
            </a:pPr>
            <a:r>
              <a:rPr lang="en-US" dirty="0">
                <a:solidFill>
                  <a:srgbClr val="404040"/>
                </a:solidFill>
              </a:rPr>
              <a:t>Explain decisions clearly</a:t>
            </a:r>
          </a:p>
          <a:p>
            <a:pPr marL="342900" indent="-342900">
              <a:buFont typeface="Arial" panose="020B0604020202020204" pitchFamily="34" charset="0"/>
              <a:buChar char="•"/>
            </a:pPr>
            <a:r>
              <a:rPr lang="en-US" dirty="0">
                <a:solidFill>
                  <a:srgbClr val="404040"/>
                </a:solidFill>
              </a:rPr>
              <a:t>Recommend safe loan amount</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5" name="Rectangle 1"/>
          <p:cNvSpPr/>
          <p:nvPr/>
        </p:nvSpPr>
        <p:spPr>
          <a:xfrm>
            <a:off x="404038" y="1031358"/>
            <a:ext cx="5104506" cy="1487587"/>
          </a:xfrm>
          <a:prstGeom prst="rect">
            <a:avLst/>
          </a:prstGeom>
        </p:spPr>
        <p:txBody>
          <a:bodyPr wrap="square">
            <a:spAutoFit/>
          </a:bodyPr>
          <a:lstStyle/>
          <a:p>
            <a:pPr>
              <a:lnSpc>
                <a:spcPts val="2159"/>
              </a:lnSpc>
            </a:pPr>
            <a:r>
              <a:rPr lang="en-IN" b="1" dirty="0"/>
              <a:t>Novelty:-</a:t>
            </a:r>
          </a:p>
          <a:p>
            <a:pPr marL="342900" indent="-342900">
              <a:buFont typeface="Arial" panose="020B0604020202020204" pitchFamily="34" charset="0"/>
              <a:buChar char="•"/>
            </a:pPr>
            <a:r>
              <a:rPr lang="en-US" dirty="0">
                <a:solidFill>
                  <a:srgbClr val="404040"/>
                </a:solidFill>
              </a:rPr>
              <a:t>Three-level eligibility system</a:t>
            </a:r>
          </a:p>
          <a:p>
            <a:pPr marL="342900" indent="-342900">
              <a:buFont typeface="Arial" panose="020B0604020202020204" pitchFamily="34" charset="0"/>
              <a:buChar char="•"/>
            </a:pPr>
            <a:r>
              <a:rPr lang="en-US" dirty="0">
                <a:solidFill>
                  <a:srgbClr val="404040"/>
                </a:solidFill>
              </a:rPr>
              <a:t>Explainable AI using SHAP</a:t>
            </a:r>
          </a:p>
          <a:p>
            <a:pPr marL="342900" indent="-342900">
              <a:buFont typeface="Arial" panose="020B0604020202020204" pitchFamily="34" charset="0"/>
              <a:buChar char="•"/>
            </a:pPr>
            <a:r>
              <a:rPr lang="en-US" dirty="0">
                <a:solidFill>
                  <a:srgbClr val="404040"/>
                </a:solidFill>
              </a:rPr>
              <a:t>Eligibility score + loan amount</a:t>
            </a:r>
          </a:p>
          <a:p>
            <a:pPr>
              <a:lnSpc>
                <a:spcPts val="2159"/>
              </a:lnSpc>
            </a:pPr>
            <a:endParaRPr lang="en-US" b="1" dirty="0">
              <a:solidFill>
                <a:srgbClr val="000000"/>
              </a:solidFill>
              <a:latin typeface="Times New Roman MT Bold"/>
              <a:ea typeface="Times New Roman MT Bold"/>
              <a:cs typeface="Times New Roman MT Bold"/>
              <a:sym typeface="Times New Roman MT Bold"/>
            </a:endParaRPr>
          </a:p>
        </p:txBody>
      </p:sp>
      <p:sp>
        <p:nvSpPr>
          <p:cNvPr id="1048626" name="Rectangle 3"/>
          <p:cNvSpPr/>
          <p:nvPr/>
        </p:nvSpPr>
        <p:spPr>
          <a:xfrm>
            <a:off x="393405" y="2934586"/>
            <a:ext cx="5924656" cy="2031325"/>
          </a:xfrm>
          <a:prstGeom prst="rect">
            <a:avLst/>
          </a:prstGeom>
        </p:spPr>
        <p:txBody>
          <a:bodyPr wrap="square">
            <a:spAutoFit/>
          </a:bodyPr>
          <a:lstStyle/>
          <a:p>
            <a:r>
              <a:rPr lang="en-IN" b="1" dirty="0"/>
              <a:t>Tools &amp; Technologies:-</a:t>
            </a:r>
          </a:p>
          <a:p>
            <a:pPr marL="285750" indent="-285750">
              <a:buFont typeface="Arial" panose="020B0604020202020204" pitchFamily="34" charset="0"/>
              <a:buChar char="•"/>
            </a:pPr>
            <a:r>
              <a:rPr lang="en-US" dirty="0">
                <a:solidFill>
                  <a:srgbClr val="404040"/>
                </a:solidFill>
              </a:rPr>
              <a:t>Python</a:t>
            </a:r>
          </a:p>
          <a:p>
            <a:pPr marL="285750" indent="-285750">
              <a:buFont typeface="Arial" panose="020B0604020202020204" pitchFamily="34" charset="0"/>
              <a:buChar char="•"/>
            </a:pPr>
            <a:r>
              <a:rPr lang="en-US" dirty="0">
                <a:solidFill>
                  <a:srgbClr val="404040"/>
                </a:solidFill>
              </a:rPr>
              <a:t>Machine Learning</a:t>
            </a:r>
          </a:p>
          <a:p>
            <a:pPr marL="285750" indent="-285750">
              <a:buFont typeface="Arial" panose="020B0604020202020204" pitchFamily="34" charset="0"/>
              <a:buChar char="•"/>
            </a:pPr>
            <a:r>
              <a:rPr lang="en-US" dirty="0">
                <a:solidFill>
                  <a:srgbClr val="404040"/>
                </a:solidFill>
              </a:rPr>
              <a:t>Random Forest</a:t>
            </a:r>
          </a:p>
          <a:p>
            <a:pPr marL="285750" indent="-285750">
              <a:buFont typeface="Arial" panose="020B0604020202020204" pitchFamily="34" charset="0"/>
              <a:buChar char="•"/>
            </a:pPr>
            <a:r>
              <a:rPr lang="en-US" dirty="0">
                <a:solidFill>
                  <a:srgbClr val="404040"/>
                </a:solidFill>
              </a:rPr>
              <a:t>Logistic Regression</a:t>
            </a:r>
          </a:p>
          <a:p>
            <a:pPr marL="285750" indent="-285750">
              <a:buFont typeface="Arial" panose="020B0604020202020204" pitchFamily="34" charset="0"/>
              <a:buChar char="•"/>
            </a:pPr>
            <a:r>
              <a:rPr lang="en-US" dirty="0" err="1">
                <a:solidFill>
                  <a:srgbClr val="404040"/>
                </a:solidFill>
              </a:rPr>
              <a:t>XGBoost</a:t>
            </a:r>
            <a:endParaRPr lang="en-US" dirty="0">
              <a:solidFill>
                <a:srgbClr val="404040"/>
              </a:solidFill>
            </a:endParaRPr>
          </a:p>
          <a:p>
            <a:pPr marL="285750" indent="-285750">
              <a:buFont typeface="Arial" panose="020B0604020202020204" pitchFamily="34" charset="0"/>
              <a:buChar char="•"/>
            </a:pPr>
            <a:r>
              <a:rPr lang="en-US" dirty="0">
                <a:solidFill>
                  <a:srgbClr val="404040"/>
                </a:solidFill>
              </a:rPr>
              <a:t>SHAP</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Rectangle 1"/>
          <p:cNvSpPr/>
          <p:nvPr/>
        </p:nvSpPr>
        <p:spPr>
          <a:xfrm>
            <a:off x="499730" y="1063256"/>
            <a:ext cx="5372695" cy="1410643"/>
          </a:xfrm>
          <a:prstGeom prst="rect">
            <a:avLst/>
          </a:prstGeom>
        </p:spPr>
        <p:txBody>
          <a:bodyPr wrap="square">
            <a:spAutoFit/>
          </a:bodyPr>
          <a:lstStyle/>
          <a:p>
            <a:pPr>
              <a:lnSpc>
                <a:spcPts val="1923"/>
              </a:lnSpc>
              <a:spcBef>
                <a:spcPct val="0"/>
              </a:spcBef>
            </a:pPr>
            <a:r>
              <a:rPr lang="en-IN" b="1" dirty="0"/>
              <a:t>Further Steps:-</a:t>
            </a:r>
          </a:p>
          <a:p>
            <a:pPr marL="285750" indent="-285750">
              <a:buFont typeface="Arial" panose="020B0604020202020204" pitchFamily="34" charset="0"/>
              <a:buChar char="•"/>
            </a:pPr>
            <a:r>
              <a:rPr lang="en-US" dirty="0">
                <a:solidFill>
                  <a:srgbClr val="404040"/>
                </a:solidFill>
              </a:rPr>
              <a:t>Web/mobile application</a:t>
            </a:r>
          </a:p>
          <a:p>
            <a:pPr marL="285750" indent="-285750">
              <a:buFont typeface="Arial" panose="020B0604020202020204" pitchFamily="34" charset="0"/>
              <a:buChar char="•"/>
            </a:pPr>
            <a:r>
              <a:rPr lang="en-US" dirty="0">
                <a:solidFill>
                  <a:srgbClr val="404040"/>
                </a:solidFill>
              </a:rPr>
              <a:t>Real-time bank data integration</a:t>
            </a:r>
          </a:p>
          <a:p>
            <a:pPr marL="285750" indent="-285750">
              <a:buFont typeface="Arial" panose="020B0604020202020204" pitchFamily="34" charset="0"/>
              <a:buChar char="•"/>
            </a:pPr>
            <a:r>
              <a:rPr lang="en-US" dirty="0">
                <a:solidFill>
                  <a:srgbClr val="404040"/>
                </a:solidFill>
              </a:rPr>
              <a:t>OCR for document verification</a:t>
            </a:r>
          </a:p>
          <a:p>
            <a:pPr>
              <a:lnSpc>
                <a:spcPts val="1923"/>
              </a:lnSpc>
              <a:spcBef>
                <a:spcPct val="0"/>
              </a:spcBef>
            </a:pPr>
            <a:endParaRPr lang="en-US" dirty="0">
              <a:solidFill>
                <a:srgbClr val="000000"/>
              </a:solidFill>
              <a:latin typeface="Times New Roman MT"/>
              <a:ea typeface="Times New Roman MT"/>
              <a:cs typeface="Times New Roman MT"/>
              <a:sym typeface="Times New Roman MT"/>
            </a:endParaRPr>
          </a:p>
        </p:txBody>
      </p:sp>
      <p:sp>
        <p:nvSpPr>
          <p:cNvPr id="1048628" name="Rectangle 2"/>
          <p:cNvSpPr/>
          <p:nvPr/>
        </p:nvSpPr>
        <p:spPr>
          <a:xfrm>
            <a:off x="467833" y="2870791"/>
            <a:ext cx="5279558" cy="1477328"/>
          </a:xfrm>
          <a:prstGeom prst="rect">
            <a:avLst/>
          </a:prstGeom>
        </p:spPr>
        <p:txBody>
          <a:bodyPr wrap="square">
            <a:spAutoFit/>
          </a:bodyPr>
          <a:lstStyle/>
          <a:p>
            <a:r>
              <a:rPr lang="en-IN" b="1" dirty="0"/>
              <a:t>Limitations:-</a:t>
            </a:r>
          </a:p>
          <a:p>
            <a:pPr marL="342900" indent="-342900">
              <a:buFont typeface="Arial" panose="020B0604020202020204" pitchFamily="34" charset="0"/>
              <a:buChar char="•"/>
            </a:pPr>
            <a:r>
              <a:rPr lang="en-US" dirty="0">
                <a:solidFill>
                  <a:srgbClr val="404040"/>
                </a:solidFill>
              </a:rPr>
              <a:t>Depends on data quality</a:t>
            </a:r>
          </a:p>
          <a:p>
            <a:pPr marL="342900" indent="-342900">
              <a:buFont typeface="Arial" panose="020B0604020202020204" pitchFamily="34" charset="0"/>
              <a:buChar char="•"/>
            </a:pPr>
            <a:r>
              <a:rPr lang="en-US" dirty="0">
                <a:solidFill>
                  <a:srgbClr val="404040"/>
                </a:solidFill>
              </a:rPr>
              <a:t>Limited to structured data</a:t>
            </a:r>
          </a:p>
          <a:p>
            <a:pPr marL="342900" indent="-342900">
              <a:buFont typeface="Arial" panose="020B0604020202020204" pitchFamily="34" charset="0"/>
              <a:buChar char="•"/>
            </a:pPr>
            <a:r>
              <a:rPr lang="en-US" dirty="0">
                <a:solidFill>
                  <a:srgbClr val="404040"/>
                </a:solidFill>
              </a:rPr>
              <a:t>Needs regular model updates</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7953" y="489098"/>
            <a:ext cx="8612373" cy="6124754"/>
          </a:xfrm>
          <a:prstGeom prst="rect">
            <a:avLst/>
          </a:prstGeom>
        </p:spPr>
        <p:txBody>
          <a:bodyPr wrap="square">
            <a:spAutoFit/>
          </a:bodyPr>
          <a:lstStyle/>
          <a:p>
            <a:r>
              <a:rPr lang="en-US" sz="3200" b="1" dirty="0" smtClean="0"/>
              <a:t>Existing </a:t>
            </a:r>
            <a:r>
              <a:rPr lang="en-US" sz="3200" b="1" dirty="0" smtClean="0"/>
              <a:t>System:- </a:t>
            </a:r>
          </a:p>
          <a:p>
            <a:r>
              <a:rPr lang="en-US" dirty="0" smtClean="0"/>
              <a:t>The </a:t>
            </a:r>
            <a:r>
              <a:rPr lang="en-US" dirty="0" smtClean="0"/>
              <a:t>existing loan approval systems used by many financial institutions mainly rely on </a:t>
            </a:r>
            <a:r>
              <a:rPr lang="en-US" b="1" dirty="0" smtClean="0"/>
              <a:t>manual evaluation</a:t>
            </a:r>
            <a:r>
              <a:rPr lang="en-US" dirty="0" smtClean="0"/>
              <a:t> or </a:t>
            </a:r>
            <a:r>
              <a:rPr lang="en-US" b="1" dirty="0" smtClean="0"/>
              <a:t>basic rule-based systems</a:t>
            </a:r>
            <a:r>
              <a:rPr lang="en-US" dirty="0" smtClean="0"/>
              <a:t>. These traditional approaches lack flexibility, transparency, and accuracy when handling large volumes of loan applications.</a:t>
            </a:r>
          </a:p>
          <a:p>
            <a:r>
              <a:rPr lang="en-US" b="1" dirty="0" smtClean="0"/>
              <a:t>Characteristics of Existing System</a:t>
            </a:r>
          </a:p>
          <a:p>
            <a:r>
              <a:rPr lang="en-US" b="1" dirty="0" smtClean="0"/>
              <a:t>Manual or Rule-Based Processing</a:t>
            </a:r>
          </a:p>
          <a:p>
            <a:pPr lvl="1"/>
            <a:r>
              <a:rPr lang="en-US" dirty="0" smtClean="0"/>
              <a:t>Loan approval decisions are often based on predefined rules such as income limits, credit score thresholds, and employment status.</a:t>
            </a:r>
          </a:p>
          <a:p>
            <a:pPr lvl="1"/>
            <a:r>
              <a:rPr lang="en-US" dirty="0" smtClean="0"/>
              <a:t>Human officers manually verify documents and evaluate applications.</a:t>
            </a:r>
          </a:p>
          <a:p>
            <a:r>
              <a:rPr lang="en-US" b="1" dirty="0" smtClean="0"/>
              <a:t>Limited Accuracy</a:t>
            </a:r>
            <a:endParaRPr lang="en-US" dirty="0" smtClean="0"/>
          </a:p>
          <a:p>
            <a:pPr lvl="1"/>
            <a:r>
              <a:rPr lang="en-US" dirty="0" smtClean="0"/>
              <a:t>Traditional systems cannot effectively analyze complex relationships between applicant attributes.</a:t>
            </a:r>
          </a:p>
          <a:p>
            <a:pPr lvl="1"/>
            <a:r>
              <a:rPr lang="en-US" dirty="0" smtClean="0"/>
              <a:t>They may reject eligible applicants or approve risky applicants.</a:t>
            </a:r>
          </a:p>
          <a:p>
            <a:r>
              <a:rPr lang="en-US" b="1" dirty="0" smtClean="0"/>
              <a:t>Lack of </a:t>
            </a:r>
            <a:r>
              <a:rPr lang="en-US" b="1" dirty="0" err="1" smtClean="0"/>
              <a:t>Explainability</a:t>
            </a:r>
            <a:endParaRPr lang="en-US" dirty="0" smtClean="0"/>
          </a:p>
          <a:p>
            <a:pPr lvl="1"/>
            <a:r>
              <a:rPr lang="en-US" dirty="0" smtClean="0"/>
              <a:t>Many systems only provide </a:t>
            </a:r>
            <a:r>
              <a:rPr lang="en-US" b="1" dirty="0" smtClean="0"/>
              <a:t>approval or rejection results</a:t>
            </a:r>
            <a:r>
              <a:rPr lang="en-US" dirty="0" smtClean="0"/>
              <a:t> without explaining the reasoning behind decisions.</a:t>
            </a:r>
          </a:p>
          <a:p>
            <a:pPr lvl="1"/>
            <a:r>
              <a:rPr lang="en-US" dirty="0" smtClean="0"/>
              <a:t>Applicants do not understand why their loan was rejected.</a:t>
            </a:r>
          </a:p>
          <a:p>
            <a:r>
              <a:rPr lang="en-US" b="1" dirty="0" smtClean="0"/>
              <a:t>Time-Consuming Process</a:t>
            </a:r>
            <a:endParaRPr lang="en-US" dirty="0" smtClean="0"/>
          </a:p>
          <a:p>
            <a:pPr lvl="1"/>
            <a:r>
              <a:rPr lang="en-US" dirty="0" smtClean="0"/>
              <a:t>Manual verification increases processing time.</a:t>
            </a:r>
          </a:p>
          <a:p>
            <a:pPr lvl="1"/>
            <a:r>
              <a:rPr lang="en-US" dirty="0" smtClean="0"/>
              <a:t>High workload for bank officials</a:t>
            </a:r>
            <a:r>
              <a:rPr lang="en-US" dirty="0" smtClean="0"/>
              <a:t>.</a:t>
            </a:r>
            <a:endParaRPr lang="en-US" dirty="0" smtClean="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0550" y="361950"/>
            <a:ext cx="8693150" cy="7232749"/>
          </a:xfrm>
          <a:prstGeom prst="rect">
            <a:avLst/>
          </a:prstGeom>
        </p:spPr>
        <p:txBody>
          <a:bodyPr wrap="square">
            <a:spAutoFit/>
          </a:bodyPr>
          <a:lstStyle/>
          <a:p>
            <a:r>
              <a:rPr lang="en-US" sz="3200" b="1" dirty="0" smtClean="0"/>
              <a:t>Proposed </a:t>
            </a:r>
            <a:r>
              <a:rPr lang="en-US" sz="3200" b="1" dirty="0" smtClean="0"/>
              <a:t>System:-</a:t>
            </a:r>
            <a:endParaRPr lang="en-US" sz="3200" b="1" dirty="0" smtClean="0"/>
          </a:p>
          <a:p>
            <a:r>
              <a:rPr lang="en-US" dirty="0" smtClean="0"/>
              <a:t>The proposed </a:t>
            </a:r>
            <a:r>
              <a:rPr lang="en-US" dirty="0" err="1" smtClean="0"/>
              <a:t>SmartLoan</a:t>
            </a:r>
            <a:r>
              <a:rPr lang="en-US" dirty="0" smtClean="0"/>
              <a:t> system introduces an intelligent machine learning-based loan eligibility prediction system that provides accurate, risk-aware, and explainable decisions.</a:t>
            </a:r>
          </a:p>
          <a:p>
            <a:r>
              <a:rPr lang="en-US" b="1" dirty="0" smtClean="0"/>
              <a:t>Characteristics </a:t>
            </a:r>
            <a:r>
              <a:rPr lang="en-US" b="1" dirty="0" smtClean="0"/>
              <a:t>of Proposed </a:t>
            </a:r>
            <a:r>
              <a:rPr lang="en-US" b="1" dirty="0" smtClean="0"/>
              <a:t>System</a:t>
            </a:r>
            <a:endParaRPr lang="en-US" b="1" dirty="0" smtClean="0"/>
          </a:p>
          <a:p>
            <a:r>
              <a:rPr lang="en-US" b="1" dirty="0" smtClean="0"/>
              <a:t>1.Machine Learning-Based Prediction</a:t>
            </a:r>
          </a:p>
          <a:p>
            <a:r>
              <a:rPr lang="en-US" dirty="0" smtClean="0"/>
              <a:t>        Uses </a:t>
            </a:r>
            <a:r>
              <a:rPr lang="en-US" dirty="0" smtClean="0"/>
              <a:t>algorithms such as:</a:t>
            </a:r>
          </a:p>
          <a:p>
            <a:r>
              <a:rPr lang="en-US" dirty="0" smtClean="0"/>
              <a:t>        Logistic </a:t>
            </a:r>
            <a:r>
              <a:rPr lang="en-US" dirty="0" smtClean="0"/>
              <a:t>Regression</a:t>
            </a:r>
          </a:p>
          <a:p>
            <a:r>
              <a:rPr lang="en-US" dirty="0" smtClean="0"/>
              <a:t>        Decision </a:t>
            </a:r>
            <a:r>
              <a:rPr lang="en-US" dirty="0" smtClean="0"/>
              <a:t>Tree</a:t>
            </a:r>
          </a:p>
          <a:p>
            <a:r>
              <a:rPr lang="en-US" dirty="0" smtClean="0"/>
              <a:t>        Random </a:t>
            </a:r>
            <a:r>
              <a:rPr lang="en-US" dirty="0" smtClean="0"/>
              <a:t>Forest</a:t>
            </a:r>
          </a:p>
          <a:p>
            <a:r>
              <a:rPr lang="en-US" dirty="0" smtClean="0"/>
              <a:t>        Gradient </a:t>
            </a:r>
            <a:r>
              <a:rPr lang="en-US" dirty="0" smtClean="0"/>
              <a:t>Boosting</a:t>
            </a:r>
          </a:p>
          <a:p>
            <a:r>
              <a:rPr lang="en-US" dirty="0" smtClean="0"/>
              <a:t>        Learns </a:t>
            </a:r>
            <a:r>
              <a:rPr lang="en-US" dirty="0" smtClean="0"/>
              <a:t>patterns from historical loan data.</a:t>
            </a:r>
          </a:p>
          <a:p>
            <a:r>
              <a:rPr lang="en-US" b="1" dirty="0" smtClean="0"/>
              <a:t>2.Risk-Aware Loan Evaluation</a:t>
            </a:r>
          </a:p>
          <a:p>
            <a:r>
              <a:rPr lang="en-US" dirty="0" smtClean="0"/>
              <a:t>        Generates </a:t>
            </a:r>
            <a:r>
              <a:rPr lang="en-US" dirty="0" smtClean="0"/>
              <a:t>a loan eligibility score.</a:t>
            </a:r>
          </a:p>
          <a:p>
            <a:r>
              <a:rPr lang="en-US" dirty="0" smtClean="0"/>
              <a:t>        Calculates </a:t>
            </a:r>
            <a:r>
              <a:rPr lang="en-US" dirty="0" smtClean="0"/>
              <a:t>risk level s</a:t>
            </a:r>
          </a:p>
          <a:p>
            <a:r>
              <a:rPr lang="en-US" b="1" dirty="0" smtClean="0"/>
              <a:t>3.Explainable AI (XAI) Integration</a:t>
            </a:r>
          </a:p>
          <a:p>
            <a:r>
              <a:rPr lang="en-US" dirty="0" smtClean="0"/>
              <a:t>        Provides </a:t>
            </a:r>
            <a:r>
              <a:rPr lang="en-US" dirty="0" smtClean="0"/>
              <a:t>clear explanations for decisions.</a:t>
            </a:r>
          </a:p>
          <a:p>
            <a:r>
              <a:rPr lang="en-US" dirty="0" smtClean="0"/>
              <a:t>        Uses </a:t>
            </a:r>
            <a:r>
              <a:rPr lang="en-US" dirty="0" smtClean="0"/>
              <a:t>techniques </a:t>
            </a:r>
            <a:r>
              <a:rPr lang="en-US" dirty="0" smtClean="0"/>
              <a:t>like: Feature </a:t>
            </a:r>
            <a:r>
              <a:rPr lang="en-US" dirty="0" smtClean="0"/>
              <a:t>Importance</a:t>
            </a:r>
          </a:p>
          <a:p>
            <a:r>
              <a:rPr lang="en-US" dirty="0" smtClean="0"/>
              <a:t>        SHAP Values</a:t>
            </a:r>
            <a:endParaRPr lang="en-US" dirty="0" smtClean="0"/>
          </a:p>
          <a:p>
            <a:r>
              <a:rPr lang="en-US" b="1" dirty="0" smtClean="0"/>
              <a:t>4.Automated Decision Process</a:t>
            </a:r>
          </a:p>
          <a:p>
            <a:r>
              <a:rPr lang="en-US" dirty="0" smtClean="0"/>
              <a:t>        Reduces </a:t>
            </a:r>
            <a:r>
              <a:rPr lang="en-US" dirty="0" smtClean="0"/>
              <a:t>manual intervention.</a:t>
            </a:r>
          </a:p>
          <a:p>
            <a:r>
              <a:rPr lang="en-US" dirty="0" smtClean="0"/>
              <a:t>        Faster </a:t>
            </a:r>
            <a:r>
              <a:rPr lang="en-US" dirty="0" smtClean="0"/>
              <a:t>loan processing.</a:t>
            </a:r>
          </a:p>
          <a:p>
            <a:r>
              <a:rPr lang="en-US" dirty="0" smtClean="0"/>
              <a:t/>
            </a:r>
            <a:br>
              <a:rPr lang="en-US" dirty="0" smtClean="0"/>
            </a:b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54AA7F9-9D26-2657-1086-2359D9ED07BD}"/>
              </a:ext>
            </a:extLst>
          </p:cNvPr>
          <p:cNvSpPr>
            <a:spLocks noGrp="1"/>
          </p:cNvSpPr>
          <p:nvPr>
            <p:ph type="title"/>
          </p:nvPr>
        </p:nvSpPr>
        <p:spPr/>
        <p:txBody>
          <a:bodyPr/>
          <a:lstStyle/>
          <a:p>
            <a:r>
              <a:rPr lang="en-US" dirty="0">
                <a:solidFill>
                  <a:schemeClr val="tx1"/>
                </a:solidFill>
              </a:rPr>
              <a:t>System Architecture</a:t>
            </a:r>
            <a:endParaRPr lang="en-IN" dirty="0">
              <a:solidFill>
                <a:schemeClr val="tx1"/>
              </a:solidFill>
            </a:endParaRPr>
          </a:p>
        </p:txBody>
      </p:sp>
      <p:pic>
        <p:nvPicPr>
          <p:cNvPr id="4" name="Picture 3">
            <a:extLst>
              <a:ext uri="{FF2B5EF4-FFF2-40B4-BE49-F238E27FC236}">
                <a16:creationId xmlns="" xmlns:a16="http://schemas.microsoft.com/office/drawing/2014/main" id="{EFD7B288-76E5-0F5D-2192-EFE3D20DA04E}"/>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321869" y="1597572"/>
            <a:ext cx="9103360" cy="4908332"/>
          </a:xfrm>
          <a:prstGeom prst="rect">
            <a:avLst/>
          </a:prstGeom>
        </p:spPr>
      </p:pic>
    </p:spTree>
    <p:extLst>
      <p:ext uri="{BB962C8B-B14F-4D97-AF65-F5344CB8AC3E}">
        <p14:creationId xmlns="" xmlns:p14="http://schemas.microsoft.com/office/powerpoint/2010/main" val="227816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64473D-4652-C74D-42C1-8EA43A76C7CB}"/>
              </a:ext>
            </a:extLst>
          </p:cNvPr>
          <p:cNvSpPr>
            <a:spLocks noGrp="1"/>
          </p:cNvSpPr>
          <p:nvPr>
            <p:ph type="title"/>
          </p:nvPr>
        </p:nvSpPr>
        <p:spPr/>
        <p:txBody>
          <a:bodyPr/>
          <a:lstStyle/>
          <a:p>
            <a:pPr algn="l"/>
            <a:r>
              <a:rPr lang="en-IN" sz="3200" b="1" dirty="0">
                <a:solidFill>
                  <a:schemeClr val="tx1"/>
                </a:solidFill>
              </a:rPr>
              <a:t>UML Diagrams:-</a:t>
            </a:r>
            <a:endParaRPr lang="en-IN" dirty="0">
              <a:solidFill>
                <a:schemeClr val="tx1"/>
              </a:solidFill>
            </a:endParaRPr>
          </a:p>
        </p:txBody>
      </p:sp>
      <p:sp>
        <p:nvSpPr>
          <p:cNvPr id="3" name="Content Placeholder 2">
            <a:extLst>
              <a:ext uri="{FF2B5EF4-FFF2-40B4-BE49-F238E27FC236}">
                <a16:creationId xmlns="" xmlns:a16="http://schemas.microsoft.com/office/drawing/2014/main" id="{852AFFDA-6875-AB61-4E4E-69B4B51EC61F}"/>
              </a:ext>
            </a:extLst>
          </p:cNvPr>
          <p:cNvSpPr>
            <a:spLocks noGrp="1"/>
          </p:cNvSpPr>
          <p:nvPr>
            <p:ph sz="quarter" idx="1"/>
          </p:nvPr>
        </p:nvSpPr>
        <p:spPr/>
        <p:txBody>
          <a:bodyPr>
            <a:normAutofit fontScale="70000" lnSpcReduction="20000"/>
          </a:bodyPr>
          <a:lstStyle/>
          <a:p>
            <a:pPr marL="0" lvl="0" indent="0" algn="just" eaLnBrk="0" fontAlgn="base" hangingPunct="0">
              <a:lnSpc>
                <a:spcPct val="150000"/>
              </a:lnSpc>
              <a:spcBef>
                <a:spcPct val="0"/>
              </a:spcBef>
              <a:spcAft>
                <a:spcPct val="0"/>
              </a:spcAft>
              <a:buClrTx/>
              <a:buSzTx/>
              <a:buFontTx/>
              <a:buChar char="•"/>
            </a:pPr>
            <a:r>
              <a:rPr lang="en-US" altLang="en-US" sz="3200" b="1" dirty="0" smtClean="0"/>
              <a:t> UML </a:t>
            </a:r>
            <a:r>
              <a:rPr lang="en-US" altLang="en-US" sz="3200" b="1" dirty="0"/>
              <a:t>diagrams help visualize a system</a:t>
            </a:r>
            <a:r>
              <a:rPr lang="en-US" altLang="en-US" sz="3200" dirty="0"/>
              <a:t> – They show the structure and working of a system in a clear graphical form.</a:t>
            </a:r>
          </a:p>
          <a:p>
            <a:pPr marL="0" lvl="0" indent="0" algn="just" eaLnBrk="0" fontAlgn="base" hangingPunct="0">
              <a:lnSpc>
                <a:spcPct val="150000"/>
              </a:lnSpc>
              <a:spcBef>
                <a:spcPct val="0"/>
              </a:spcBef>
              <a:spcAft>
                <a:spcPct val="0"/>
              </a:spcAft>
              <a:buClrTx/>
              <a:buSzTx/>
              <a:buFontTx/>
              <a:buChar char="•"/>
            </a:pPr>
            <a:r>
              <a:rPr lang="en-US" altLang="en-US" sz="3200" b="1" dirty="0" smtClean="0"/>
              <a:t> Used </a:t>
            </a:r>
            <a:r>
              <a:rPr lang="en-US" altLang="en-US" sz="3200" b="1" dirty="0"/>
              <a:t>for planning software design</a:t>
            </a:r>
            <a:r>
              <a:rPr lang="en-US" altLang="en-US" sz="3200" dirty="0"/>
              <a:t> – Developers use UML to understand components and relationships before coding.</a:t>
            </a:r>
          </a:p>
          <a:p>
            <a:pPr marL="0" lvl="0" indent="0" algn="just" eaLnBrk="0" fontAlgn="base" hangingPunct="0">
              <a:lnSpc>
                <a:spcPct val="150000"/>
              </a:lnSpc>
              <a:spcBef>
                <a:spcPct val="0"/>
              </a:spcBef>
              <a:spcAft>
                <a:spcPct val="0"/>
              </a:spcAft>
              <a:buClrTx/>
              <a:buSzTx/>
              <a:buFontTx/>
              <a:buChar char="•"/>
            </a:pPr>
            <a:r>
              <a:rPr lang="en-US" altLang="en-US" sz="3200" b="1" dirty="0" smtClean="0"/>
              <a:t> Different </a:t>
            </a:r>
            <a:r>
              <a:rPr lang="en-US" altLang="en-US" sz="3200" b="1" dirty="0"/>
              <a:t>types of UML diagrams exist</a:t>
            </a:r>
            <a:r>
              <a:rPr lang="en-US" altLang="en-US" sz="3200" dirty="0"/>
              <a:t> – Examples include use case, class, sequence, and activity diagrams.</a:t>
            </a:r>
          </a:p>
          <a:p>
            <a:pPr marL="0" lvl="0" indent="0" algn="just" eaLnBrk="0" fontAlgn="base" hangingPunct="0">
              <a:lnSpc>
                <a:spcPct val="150000"/>
              </a:lnSpc>
              <a:spcBef>
                <a:spcPct val="0"/>
              </a:spcBef>
              <a:spcAft>
                <a:spcPct val="0"/>
              </a:spcAft>
              <a:buClrTx/>
              <a:buSzTx/>
              <a:buFontTx/>
              <a:buChar char="•"/>
            </a:pPr>
            <a:r>
              <a:rPr lang="en-US" altLang="en-US" sz="3200" b="1" dirty="0" smtClean="0"/>
              <a:t> Improves </a:t>
            </a:r>
            <a:r>
              <a:rPr lang="en-US" altLang="en-US" sz="3200" b="1" dirty="0"/>
              <a:t>communication</a:t>
            </a:r>
            <a:r>
              <a:rPr lang="en-US" altLang="en-US" sz="3200" dirty="0"/>
              <a:t> – UML diagrams make it easier for team members to understand the system design.</a:t>
            </a:r>
          </a:p>
          <a:p>
            <a:pPr marL="0" lvl="0" indent="0" algn="just" eaLnBrk="0" fontAlgn="base" hangingPunct="0">
              <a:lnSpc>
                <a:spcPct val="150000"/>
              </a:lnSpc>
              <a:spcBef>
                <a:spcPct val="0"/>
              </a:spcBef>
              <a:spcAft>
                <a:spcPct val="0"/>
              </a:spcAft>
              <a:buClrTx/>
              <a:buSzTx/>
              <a:buFontTx/>
              <a:buChar char="•"/>
            </a:pPr>
            <a:r>
              <a:rPr lang="en-US" altLang="en-US" sz="3200" b="1" dirty="0" smtClean="0"/>
              <a:t> Helps </a:t>
            </a:r>
            <a:r>
              <a:rPr lang="en-US" altLang="en-US" sz="3200" b="1" dirty="0"/>
              <a:t>in documentation</a:t>
            </a:r>
            <a:r>
              <a:rPr lang="en-US" altLang="en-US" sz="3200" dirty="0"/>
              <a:t> – They provide proper system documentation for future development and maintenance.</a:t>
            </a:r>
          </a:p>
          <a:p>
            <a:endParaRPr lang="en-IN" dirty="0"/>
          </a:p>
        </p:txBody>
      </p:sp>
    </p:spTree>
    <p:extLst>
      <p:ext uri="{BB962C8B-B14F-4D97-AF65-F5344CB8AC3E}">
        <p14:creationId xmlns="" xmlns:p14="http://schemas.microsoft.com/office/powerpoint/2010/main" val="4263637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7999C49-7955-BA69-9DD5-0634C69B481C}"/>
              </a:ext>
            </a:extLst>
          </p:cNvPr>
          <p:cNvSpPr>
            <a:spLocks noGrp="1"/>
          </p:cNvSpPr>
          <p:nvPr>
            <p:ph type="title"/>
          </p:nvPr>
        </p:nvSpPr>
        <p:spPr/>
        <p:txBody>
          <a:bodyPr>
            <a:normAutofit/>
          </a:bodyPr>
          <a:lstStyle/>
          <a:p>
            <a:pPr algn="l"/>
            <a:r>
              <a:rPr lang="en-US" dirty="0">
                <a:solidFill>
                  <a:schemeClr val="tx1"/>
                </a:solidFill>
              </a:rPr>
              <a:t>Use Case Diagram:-</a:t>
            </a:r>
            <a:endParaRPr lang="en-IN" dirty="0">
              <a:solidFill>
                <a:schemeClr val="tx1"/>
              </a:solidFill>
            </a:endParaRPr>
          </a:p>
        </p:txBody>
      </p:sp>
      <p:pic>
        <p:nvPicPr>
          <p:cNvPr id="5" name="Content Placeholder 4">
            <a:extLst>
              <a:ext uri="{FF2B5EF4-FFF2-40B4-BE49-F238E27FC236}">
                <a16:creationId xmlns="" xmlns:a16="http://schemas.microsoft.com/office/drawing/2014/main" id="{D733ABF7-F06C-D735-8B42-9D8D0F9A3D13}"/>
              </a:ext>
            </a:extLst>
          </p:cNvPr>
          <p:cNvPicPr>
            <a:picLocks noGrp="1" noChangeAspect="1"/>
          </p:cNvPicPr>
          <p:nvPr>
            <p:ph sz="quarter" idx="1"/>
          </p:nvPr>
        </p:nvPicPr>
        <p:blipFill>
          <a:blip r:embed="rId2">
            <a:extLst>
              <a:ext uri="{28A0092B-C50C-407E-A947-70E740481C1C}">
                <a14:useLocalDpi xmlns="" xmlns:a14="http://schemas.microsoft.com/office/drawing/2010/main" val="0"/>
              </a:ext>
            </a:extLst>
          </a:blip>
          <a:stretch>
            <a:fillRect/>
          </a:stretch>
        </p:blipFill>
        <p:spPr>
          <a:xfrm>
            <a:off x="1629103" y="1702675"/>
            <a:ext cx="6495394" cy="4845269"/>
          </a:xfrm>
          <a:prstGeom prst="rect">
            <a:avLst/>
          </a:prstGeom>
        </p:spPr>
      </p:pic>
    </p:spTree>
    <p:extLst>
      <p:ext uri="{BB962C8B-B14F-4D97-AF65-F5344CB8AC3E}">
        <p14:creationId xmlns="" xmlns:p14="http://schemas.microsoft.com/office/powerpoint/2010/main" val="4077567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20A3403-37AF-4165-27C1-0BD0CD05D8C5}"/>
              </a:ext>
            </a:extLst>
          </p:cNvPr>
          <p:cNvSpPr>
            <a:spLocks noGrp="1"/>
          </p:cNvSpPr>
          <p:nvPr>
            <p:ph type="title"/>
          </p:nvPr>
        </p:nvSpPr>
        <p:spPr/>
        <p:txBody>
          <a:bodyPr>
            <a:normAutofit/>
          </a:bodyPr>
          <a:lstStyle/>
          <a:p>
            <a:pPr algn="l"/>
            <a:r>
              <a:rPr lang="en-US" dirty="0">
                <a:solidFill>
                  <a:schemeClr val="tx1"/>
                </a:solidFill>
              </a:rPr>
              <a:t>Class Diagram:-</a:t>
            </a:r>
            <a:endParaRPr lang="en-IN" dirty="0">
              <a:solidFill>
                <a:schemeClr val="tx1"/>
              </a:solidFill>
            </a:endParaRPr>
          </a:p>
        </p:txBody>
      </p:sp>
      <p:pic>
        <p:nvPicPr>
          <p:cNvPr id="5" name="Content Placeholder 4">
            <a:extLst>
              <a:ext uri="{FF2B5EF4-FFF2-40B4-BE49-F238E27FC236}">
                <a16:creationId xmlns="" xmlns:a16="http://schemas.microsoft.com/office/drawing/2014/main" id="{32201C69-EE35-D630-0457-6C6CB4F9F8F6}"/>
              </a:ext>
            </a:extLst>
          </p:cNvPr>
          <p:cNvPicPr>
            <a:picLocks noGrp="1" noChangeAspect="1"/>
          </p:cNvPicPr>
          <p:nvPr>
            <p:ph sz="quarter" idx="1"/>
          </p:nvPr>
        </p:nvPicPr>
        <p:blipFill>
          <a:blip r:embed="rId2">
            <a:extLst>
              <a:ext uri="{28A0092B-C50C-407E-A947-70E740481C1C}">
                <a14:useLocalDpi xmlns="" xmlns:a14="http://schemas.microsoft.com/office/drawing/2010/main" val="0"/>
              </a:ext>
            </a:extLst>
          </a:blip>
          <a:stretch>
            <a:fillRect/>
          </a:stretch>
        </p:blipFill>
        <p:spPr>
          <a:xfrm>
            <a:off x="1103586" y="1702676"/>
            <a:ext cx="7472855" cy="4866289"/>
          </a:xfrm>
          <a:prstGeom prst="rect">
            <a:avLst/>
          </a:prstGeom>
        </p:spPr>
      </p:pic>
    </p:spTree>
    <p:extLst>
      <p:ext uri="{BB962C8B-B14F-4D97-AF65-F5344CB8AC3E}">
        <p14:creationId xmlns="" xmlns:p14="http://schemas.microsoft.com/office/powerpoint/2010/main" val="23875557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BCA170B-49FE-2CEC-9C83-D9F21BE1AA5F}"/>
              </a:ext>
            </a:extLst>
          </p:cNvPr>
          <p:cNvSpPr>
            <a:spLocks noGrp="1"/>
          </p:cNvSpPr>
          <p:nvPr>
            <p:ph type="title"/>
          </p:nvPr>
        </p:nvSpPr>
        <p:spPr/>
        <p:txBody>
          <a:bodyPr/>
          <a:lstStyle/>
          <a:p>
            <a:pPr algn="l"/>
            <a:r>
              <a:rPr lang="en-US" dirty="0">
                <a:solidFill>
                  <a:schemeClr val="tx1"/>
                </a:solidFill>
              </a:rPr>
              <a:t>Sequence Diagram:-</a:t>
            </a:r>
            <a:endParaRPr lang="en-IN" dirty="0">
              <a:solidFill>
                <a:schemeClr val="tx1"/>
              </a:solidFill>
            </a:endParaRPr>
          </a:p>
        </p:txBody>
      </p:sp>
      <p:pic>
        <p:nvPicPr>
          <p:cNvPr id="5" name="Content Placeholder 4">
            <a:extLst>
              <a:ext uri="{FF2B5EF4-FFF2-40B4-BE49-F238E27FC236}">
                <a16:creationId xmlns="" xmlns:a16="http://schemas.microsoft.com/office/drawing/2014/main" id="{328423D5-FD39-5167-F384-B6F3716E9B95}"/>
              </a:ext>
            </a:extLst>
          </p:cNvPr>
          <p:cNvPicPr>
            <a:picLocks noGrp="1" noChangeAspect="1"/>
          </p:cNvPicPr>
          <p:nvPr>
            <p:ph sz="quarter" idx="1"/>
          </p:nvPr>
        </p:nvPicPr>
        <p:blipFill>
          <a:blip r:embed="rId2">
            <a:extLst>
              <a:ext uri="{28A0092B-C50C-407E-A947-70E740481C1C}">
                <a14:useLocalDpi xmlns="" xmlns:a14="http://schemas.microsoft.com/office/drawing/2010/main" val="0"/>
              </a:ext>
            </a:extLst>
          </a:blip>
          <a:stretch>
            <a:fillRect/>
          </a:stretch>
        </p:blipFill>
        <p:spPr>
          <a:xfrm>
            <a:off x="1124608" y="1702675"/>
            <a:ext cx="7588468" cy="4897822"/>
          </a:xfrm>
          <a:prstGeom prst="rect">
            <a:avLst/>
          </a:prstGeom>
        </p:spPr>
      </p:pic>
    </p:spTree>
    <p:extLst>
      <p:ext uri="{BB962C8B-B14F-4D97-AF65-F5344CB8AC3E}">
        <p14:creationId xmlns="" xmlns:p14="http://schemas.microsoft.com/office/powerpoint/2010/main" val="3652269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3D05822-B07D-0CF4-D6DF-51FA77FD2EE6}"/>
              </a:ext>
            </a:extLst>
          </p:cNvPr>
          <p:cNvSpPr>
            <a:spLocks noGrp="1"/>
          </p:cNvSpPr>
          <p:nvPr>
            <p:ph type="title"/>
          </p:nvPr>
        </p:nvSpPr>
        <p:spPr/>
        <p:txBody>
          <a:bodyPr/>
          <a:lstStyle/>
          <a:p>
            <a:pPr algn="l"/>
            <a:r>
              <a:rPr lang="en-US" dirty="0">
                <a:solidFill>
                  <a:schemeClr val="tx1"/>
                </a:solidFill>
              </a:rPr>
              <a:t>Activity Diagram:-</a:t>
            </a:r>
            <a:endParaRPr lang="en-IN" dirty="0">
              <a:solidFill>
                <a:schemeClr val="tx1"/>
              </a:solidFill>
            </a:endParaRPr>
          </a:p>
        </p:txBody>
      </p:sp>
      <p:pic>
        <p:nvPicPr>
          <p:cNvPr id="5" name="Content Placeholder 4">
            <a:extLst>
              <a:ext uri="{FF2B5EF4-FFF2-40B4-BE49-F238E27FC236}">
                <a16:creationId xmlns="" xmlns:a16="http://schemas.microsoft.com/office/drawing/2014/main" id="{DCBB1374-A6A5-F64A-D1CC-D2E20519A3B5}"/>
              </a:ext>
            </a:extLst>
          </p:cNvPr>
          <p:cNvPicPr>
            <a:picLocks noGrp="1" noChangeAspect="1"/>
          </p:cNvPicPr>
          <p:nvPr>
            <p:ph sz="quarter" idx="1"/>
          </p:nvPr>
        </p:nvPicPr>
        <p:blipFill>
          <a:blip r:embed="rId2">
            <a:extLst>
              <a:ext uri="{28A0092B-C50C-407E-A947-70E740481C1C}">
                <a14:useLocalDpi xmlns="" xmlns:a14="http://schemas.microsoft.com/office/drawing/2010/main" val="0"/>
              </a:ext>
            </a:extLst>
          </a:blip>
          <a:stretch>
            <a:fillRect/>
          </a:stretch>
        </p:blipFill>
        <p:spPr>
          <a:xfrm>
            <a:off x="1944414" y="1734206"/>
            <a:ext cx="5896303" cy="4876799"/>
          </a:xfrm>
          <a:prstGeom prst="rect">
            <a:avLst/>
          </a:prstGeom>
        </p:spPr>
      </p:pic>
    </p:spTree>
    <p:extLst>
      <p:ext uri="{BB962C8B-B14F-4D97-AF65-F5344CB8AC3E}">
        <p14:creationId xmlns="" xmlns:p14="http://schemas.microsoft.com/office/powerpoint/2010/main" val="29956863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8DF6C1F-0D7B-33A8-511E-7F5DAC0C6F5E}"/>
              </a:ext>
            </a:extLst>
          </p:cNvPr>
          <p:cNvSpPr>
            <a:spLocks noGrp="1"/>
          </p:cNvSpPr>
          <p:nvPr>
            <p:ph type="title"/>
          </p:nvPr>
        </p:nvSpPr>
        <p:spPr/>
        <p:txBody>
          <a:bodyPr/>
          <a:lstStyle/>
          <a:p>
            <a:pPr algn="l"/>
            <a:r>
              <a:rPr lang="en-US" dirty="0">
                <a:solidFill>
                  <a:schemeClr val="tx1"/>
                </a:solidFill>
              </a:rPr>
              <a:t>Deployment Diagram:-</a:t>
            </a:r>
            <a:endParaRPr lang="en-IN" dirty="0">
              <a:solidFill>
                <a:schemeClr val="tx1"/>
              </a:solidFill>
            </a:endParaRPr>
          </a:p>
        </p:txBody>
      </p:sp>
      <p:pic>
        <p:nvPicPr>
          <p:cNvPr id="5" name="Content Placeholder 4">
            <a:extLst>
              <a:ext uri="{FF2B5EF4-FFF2-40B4-BE49-F238E27FC236}">
                <a16:creationId xmlns="" xmlns:a16="http://schemas.microsoft.com/office/drawing/2014/main" id="{B31EB05C-2186-D687-44A3-9EFC20B918A3}"/>
              </a:ext>
            </a:extLst>
          </p:cNvPr>
          <p:cNvPicPr>
            <a:picLocks noGrp="1" noChangeAspect="1"/>
          </p:cNvPicPr>
          <p:nvPr>
            <p:ph sz="quarter" idx="1"/>
          </p:nvPr>
        </p:nvPicPr>
        <p:blipFill>
          <a:blip r:embed="rId2">
            <a:extLst>
              <a:ext uri="{28A0092B-C50C-407E-A947-70E740481C1C}">
                <a14:useLocalDpi xmlns="" xmlns:a14="http://schemas.microsoft.com/office/drawing/2010/main" val="0"/>
              </a:ext>
            </a:extLst>
          </a:blip>
          <a:stretch>
            <a:fillRect/>
          </a:stretch>
        </p:blipFill>
        <p:spPr>
          <a:xfrm>
            <a:off x="1524000" y="1713185"/>
            <a:ext cx="6831724" cy="4845270"/>
          </a:xfrm>
          <a:prstGeom prst="rect">
            <a:avLst/>
          </a:prstGeom>
        </p:spPr>
      </p:pic>
    </p:spTree>
    <p:extLst>
      <p:ext uri="{BB962C8B-B14F-4D97-AF65-F5344CB8AC3E}">
        <p14:creationId xmlns="" xmlns:p14="http://schemas.microsoft.com/office/powerpoint/2010/main" val="15286745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19729" y="432022"/>
            <a:ext cx="2659702" cy="584775"/>
          </a:xfrm>
          <a:prstGeom prst="rect">
            <a:avLst/>
          </a:prstGeom>
          <a:solidFill>
            <a:schemeClr val="bg1"/>
          </a:solidFill>
        </p:spPr>
        <p:txBody>
          <a:bodyPr wrap="none">
            <a:spAutoFit/>
          </a:bodyPr>
          <a:lstStyle/>
          <a:p>
            <a:r>
              <a:rPr lang="en-US" sz="3200" b="1" dirty="0" smtClean="0"/>
              <a:t>Algorithm:-</a:t>
            </a:r>
            <a:endParaRPr lang="en-US" sz="3200" dirty="0"/>
          </a:p>
        </p:txBody>
      </p:sp>
      <p:sp>
        <p:nvSpPr>
          <p:cNvPr id="5" name="Rectangle 4"/>
          <p:cNvSpPr/>
          <p:nvPr/>
        </p:nvSpPr>
        <p:spPr>
          <a:xfrm>
            <a:off x="1031358" y="1233377"/>
            <a:ext cx="7389628" cy="5440371"/>
          </a:xfrm>
          <a:prstGeom prst="rect">
            <a:avLst/>
          </a:prstGeom>
        </p:spPr>
        <p:txBody>
          <a:bodyPr wrap="square">
            <a:spAutoFit/>
          </a:bodyPr>
          <a:lstStyle/>
          <a:p>
            <a:r>
              <a:rPr lang="en-US" b="1" dirty="0" smtClean="0"/>
              <a:t>Step-by-Step Algorithm</a:t>
            </a:r>
          </a:p>
          <a:p>
            <a:pPr>
              <a:buFont typeface="Arial" pitchFamily="34" charset="0"/>
              <a:buChar char="•"/>
            </a:pPr>
            <a:r>
              <a:rPr lang="en-US" b="1" dirty="0" smtClean="0"/>
              <a:t>  Start</a:t>
            </a:r>
            <a:endParaRPr lang="en-US" dirty="0" smtClean="0"/>
          </a:p>
          <a:p>
            <a:pPr>
              <a:buFont typeface="Arial" pitchFamily="34" charset="0"/>
              <a:buChar char="•"/>
            </a:pPr>
            <a:r>
              <a:rPr lang="en-US" b="1" dirty="0" smtClean="0"/>
              <a:t>  Load Dataset</a:t>
            </a:r>
            <a:endParaRPr lang="en-US" dirty="0" smtClean="0"/>
          </a:p>
          <a:p>
            <a:pPr lvl="1">
              <a:buFont typeface="Arial" pitchFamily="34" charset="0"/>
              <a:buChar char="•"/>
            </a:pPr>
            <a:r>
              <a:rPr lang="en-US" dirty="0" smtClean="0"/>
              <a:t> Import loan applicant dataset from CSV or database.</a:t>
            </a:r>
          </a:p>
          <a:p>
            <a:pPr lvl="1">
              <a:buFont typeface="Arial" pitchFamily="34" charset="0"/>
              <a:buChar char="•"/>
            </a:pPr>
            <a:r>
              <a:rPr lang="en-US" dirty="0" smtClean="0"/>
              <a:t> Read dataset using Python libraries such as </a:t>
            </a:r>
            <a:r>
              <a:rPr lang="en-US" b="1" dirty="0" smtClean="0"/>
              <a:t>Pandas</a:t>
            </a:r>
            <a:r>
              <a:rPr lang="en-US" dirty="0" smtClean="0"/>
              <a:t>.</a:t>
            </a:r>
          </a:p>
          <a:p>
            <a:pPr>
              <a:buFont typeface="Arial" pitchFamily="34" charset="0"/>
              <a:buChar char="•"/>
            </a:pPr>
            <a:r>
              <a:rPr lang="en-US" b="1" dirty="0" smtClean="0"/>
              <a:t>  Data Preprocessing</a:t>
            </a:r>
            <a:endParaRPr lang="en-US" dirty="0" smtClean="0"/>
          </a:p>
          <a:p>
            <a:pPr lvl="1">
              <a:buFont typeface="Arial" pitchFamily="34" charset="0"/>
              <a:buChar char="•"/>
            </a:pPr>
            <a:r>
              <a:rPr lang="en-US" dirty="0" smtClean="0"/>
              <a:t> Handle missing values using mean/median/mode.</a:t>
            </a:r>
          </a:p>
          <a:p>
            <a:pPr lvl="1">
              <a:buFont typeface="Arial" pitchFamily="34" charset="0"/>
              <a:buChar char="•"/>
            </a:pPr>
            <a:r>
              <a:rPr lang="en-US" dirty="0" smtClean="0"/>
              <a:t> Remove duplicate records.</a:t>
            </a:r>
          </a:p>
          <a:p>
            <a:pPr lvl="1">
              <a:buFont typeface="Arial" pitchFamily="34" charset="0"/>
              <a:buChar char="•"/>
            </a:pPr>
            <a:r>
              <a:rPr lang="en-US" dirty="0" smtClean="0"/>
              <a:t> Detect and remove outliers.</a:t>
            </a:r>
          </a:p>
          <a:p>
            <a:pPr lvl="1">
              <a:buFont typeface="Arial" pitchFamily="34" charset="0"/>
              <a:buChar char="•"/>
            </a:pPr>
            <a:r>
              <a:rPr lang="en-US" dirty="0" smtClean="0"/>
              <a:t> Convert categorical values into numerical format using </a:t>
            </a:r>
            <a:r>
              <a:rPr lang="en-US" b="1" dirty="0" smtClean="0"/>
              <a:t>Label Encoding</a:t>
            </a:r>
            <a:r>
              <a:rPr lang="en-US" dirty="0" smtClean="0"/>
              <a:t> or </a:t>
            </a:r>
            <a:r>
              <a:rPr lang="en-US" b="1" dirty="0" smtClean="0"/>
              <a:t>One-Hot Encoding</a:t>
            </a:r>
            <a:r>
              <a:rPr lang="en-US" dirty="0" smtClean="0"/>
              <a:t>.</a:t>
            </a:r>
          </a:p>
          <a:p>
            <a:pPr>
              <a:buFont typeface="Arial" pitchFamily="34" charset="0"/>
              <a:buChar char="•"/>
            </a:pPr>
            <a:r>
              <a:rPr lang="en-US" b="1" dirty="0" smtClean="0"/>
              <a:t>  Feature Selection</a:t>
            </a:r>
            <a:endParaRPr lang="en-US" dirty="0" smtClean="0"/>
          </a:p>
          <a:p>
            <a:pPr lvl="1">
              <a:buFont typeface="Arial" pitchFamily="34" charset="0"/>
              <a:buChar char="•"/>
            </a:pPr>
            <a:r>
              <a:rPr lang="en-US" dirty="0" smtClean="0"/>
              <a:t> Select important attributes such as:</a:t>
            </a:r>
          </a:p>
          <a:p>
            <a:pPr lvl="2">
              <a:buFont typeface="Arial" pitchFamily="34" charset="0"/>
              <a:buChar char="•"/>
            </a:pPr>
            <a:r>
              <a:rPr lang="en-US" dirty="0" smtClean="0"/>
              <a:t> Income</a:t>
            </a:r>
          </a:p>
          <a:p>
            <a:pPr lvl="2">
              <a:buFont typeface="Arial" pitchFamily="34" charset="0"/>
              <a:buChar char="•"/>
            </a:pPr>
            <a:r>
              <a:rPr lang="en-US" dirty="0" smtClean="0"/>
              <a:t> Loan Amount</a:t>
            </a:r>
          </a:p>
          <a:p>
            <a:pPr lvl="2">
              <a:buFont typeface="Arial" pitchFamily="34" charset="0"/>
              <a:buChar char="•"/>
            </a:pPr>
            <a:r>
              <a:rPr lang="en-US" dirty="0" smtClean="0"/>
              <a:t> Credit History</a:t>
            </a:r>
          </a:p>
          <a:p>
            <a:pPr lvl="2">
              <a:buFont typeface="Arial" pitchFamily="34" charset="0"/>
              <a:buChar char="•"/>
            </a:pPr>
            <a:r>
              <a:rPr lang="en-US" dirty="0" smtClean="0"/>
              <a:t> Employment Status</a:t>
            </a:r>
          </a:p>
          <a:p>
            <a:pPr lvl="2">
              <a:buFont typeface="Arial" pitchFamily="34" charset="0"/>
              <a:buChar char="•"/>
            </a:pPr>
            <a:r>
              <a:rPr lang="en-US" dirty="0" smtClean="0"/>
              <a:t> Education Level</a:t>
            </a:r>
          </a:p>
          <a:p>
            <a:pPr lvl="2">
              <a:buFont typeface="Arial" pitchFamily="34" charset="0"/>
              <a:buChar char="•"/>
            </a:pPr>
            <a:r>
              <a:rPr lang="en-US" dirty="0" smtClean="0"/>
              <a:t> Debt-to-Income Ratio</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041991" y="457200"/>
            <a:ext cx="8250864" cy="6186309"/>
          </a:xfrm>
          <a:prstGeom prst="rect">
            <a:avLst/>
          </a:prstGeom>
        </p:spPr>
        <p:txBody>
          <a:bodyPr wrap="square">
            <a:spAutoFit/>
          </a:bodyPr>
          <a:lstStyle/>
          <a:p>
            <a:pPr>
              <a:buFont typeface="Arial" pitchFamily="34" charset="0"/>
              <a:buChar char="•"/>
            </a:pPr>
            <a:r>
              <a:rPr lang="en-US" b="1" dirty="0" smtClean="0"/>
              <a:t>  Data Splitting</a:t>
            </a:r>
            <a:endParaRPr lang="en-US" dirty="0" smtClean="0"/>
          </a:p>
          <a:p>
            <a:pPr lvl="1">
              <a:buFont typeface="Arial" pitchFamily="34" charset="0"/>
              <a:buChar char="•"/>
            </a:pPr>
            <a:r>
              <a:rPr lang="en-US" dirty="0" smtClean="0"/>
              <a:t> Divide dataset into:</a:t>
            </a:r>
          </a:p>
          <a:p>
            <a:pPr lvl="2">
              <a:buFont typeface="Arial" pitchFamily="34" charset="0"/>
              <a:buChar char="•"/>
            </a:pPr>
            <a:r>
              <a:rPr lang="en-US" b="1" dirty="0" smtClean="0"/>
              <a:t>Training Data (80%)</a:t>
            </a:r>
            <a:endParaRPr lang="en-US" dirty="0" smtClean="0"/>
          </a:p>
          <a:p>
            <a:pPr lvl="2">
              <a:buFont typeface="Arial" pitchFamily="34" charset="0"/>
              <a:buChar char="•"/>
            </a:pPr>
            <a:r>
              <a:rPr lang="en-US" b="1" dirty="0" smtClean="0"/>
              <a:t>Testing Data (20%)</a:t>
            </a:r>
            <a:endParaRPr lang="en-US" dirty="0" smtClean="0"/>
          </a:p>
          <a:p>
            <a:pPr>
              <a:buFont typeface="Arial" pitchFamily="34" charset="0"/>
              <a:buChar char="•"/>
            </a:pPr>
            <a:r>
              <a:rPr lang="en-US" b="1" dirty="0" smtClean="0"/>
              <a:t>  Model Training</a:t>
            </a:r>
            <a:endParaRPr lang="en-US" dirty="0" smtClean="0"/>
          </a:p>
          <a:p>
            <a:pPr lvl="1">
              <a:buFont typeface="Arial" pitchFamily="34" charset="0"/>
              <a:buChar char="•"/>
            </a:pPr>
            <a:r>
              <a:rPr lang="en-US" dirty="0" smtClean="0"/>
              <a:t> Train machine learning models such as:</a:t>
            </a:r>
          </a:p>
          <a:p>
            <a:pPr lvl="2">
              <a:buFont typeface="Arial" pitchFamily="34" charset="0"/>
              <a:buChar char="•"/>
            </a:pPr>
            <a:r>
              <a:rPr lang="en-US" b="1" dirty="0" smtClean="0"/>
              <a:t> Random Forest Classifier</a:t>
            </a:r>
            <a:endParaRPr lang="en-US" dirty="0" smtClean="0"/>
          </a:p>
          <a:p>
            <a:pPr lvl="2">
              <a:buFont typeface="Arial" pitchFamily="34" charset="0"/>
              <a:buChar char="•"/>
            </a:pPr>
            <a:r>
              <a:rPr lang="en-US" b="1" dirty="0" smtClean="0"/>
              <a:t> Decision Tree</a:t>
            </a:r>
            <a:endParaRPr lang="en-US" dirty="0" smtClean="0"/>
          </a:p>
          <a:p>
            <a:pPr lvl="2">
              <a:buFont typeface="Arial" pitchFamily="34" charset="0"/>
              <a:buChar char="•"/>
            </a:pPr>
            <a:r>
              <a:rPr lang="en-US" b="1" dirty="0" smtClean="0"/>
              <a:t> Logistic Regression</a:t>
            </a:r>
            <a:endParaRPr lang="en-US" dirty="0" smtClean="0"/>
          </a:p>
          <a:p>
            <a:pPr lvl="2">
              <a:buFont typeface="Arial" pitchFamily="34" charset="0"/>
              <a:buChar char="•"/>
            </a:pPr>
            <a:r>
              <a:rPr lang="en-US" b="1" dirty="0" smtClean="0"/>
              <a:t> </a:t>
            </a:r>
            <a:r>
              <a:rPr lang="en-US" b="1" dirty="0" err="1" smtClean="0"/>
              <a:t>XGBoost</a:t>
            </a:r>
            <a:r>
              <a:rPr lang="en-US" b="1" dirty="0" smtClean="0"/>
              <a:t> (optional)</a:t>
            </a:r>
            <a:endParaRPr lang="en-US" dirty="0" smtClean="0"/>
          </a:p>
          <a:p>
            <a:pPr>
              <a:buFont typeface="Arial" pitchFamily="34" charset="0"/>
              <a:buChar char="•"/>
            </a:pPr>
            <a:r>
              <a:rPr lang="en-US" b="1" dirty="0" smtClean="0"/>
              <a:t>  Risk Score Calculation</a:t>
            </a:r>
            <a:endParaRPr lang="en-US" dirty="0" smtClean="0"/>
          </a:p>
          <a:p>
            <a:pPr lvl="1">
              <a:buFont typeface="Arial" pitchFamily="34" charset="0"/>
              <a:buChar char="•"/>
            </a:pPr>
            <a:r>
              <a:rPr lang="en-US" dirty="0" smtClean="0"/>
              <a:t> Generate probability score from trained model.</a:t>
            </a:r>
          </a:p>
          <a:p>
            <a:pPr lvl="1">
              <a:buFont typeface="Arial" pitchFamily="34" charset="0"/>
              <a:buChar char="•"/>
            </a:pPr>
            <a:r>
              <a:rPr lang="en-US" dirty="0" smtClean="0"/>
              <a:t> Convert probability into </a:t>
            </a:r>
            <a:r>
              <a:rPr lang="en-US" b="1" dirty="0" smtClean="0"/>
              <a:t>risk level</a:t>
            </a:r>
            <a:r>
              <a:rPr lang="en-US" dirty="0" smtClean="0"/>
              <a:t>:</a:t>
            </a:r>
          </a:p>
          <a:p>
            <a:pPr lvl="2">
              <a:buFont typeface="Arial" pitchFamily="34" charset="0"/>
              <a:buChar char="•"/>
            </a:pPr>
            <a:r>
              <a:rPr lang="en-US" dirty="0" smtClean="0"/>
              <a:t> Low Risk</a:t>
            </a:r>
          </a:p>
          <a:p>
            <a:pPr lvl="2">
              <a:buFont typeface="Arial" pitchFamily="34" charset="0"/>
              <a:buChar char="•"/>
            </a:pPr>
            <a:r>
              <a:rPr lang="en-US" dirty="0" smtClean="0"/>
              <a:t> Medium Risk</a:t>
            </a:r>
          </a:p>
          <a:p>
            <a:pPr lvl="2">
              <a:buFont typeface="Arial" pitchFamily="34" charset="0"/>
              <a:buChar char="•"/>
            </a:pPr>
            <a:r>
              <a:rPr lang="en-US" dirty="0" smtClean="0"/>
              <a:t> High Risk</a:t>
            </a:r>
          </a:p>
          <a:p>
            <a:pPr>
              <a:buFont typeface="Arial" pitchFamily="34" charset="0"/>
              <a:buChar char="•"/>
            </a:pPr>
            <a:r>
              <a:rPr lang="en-US" b="1" dirty="0" smtClean="0"/>
              <a:t> Loan Prediction</a:t>
            </a:r>
            <a:endParaRPr lang="en-US" dirty="0" smtClean="0"/>
          </a:p>
          <a:p>
            <a:pPr lvl="1">
              <a:buFont typeface="Arial" pitchFamily="34" charset="0"/>
              <a:buChar char="•"/>
            </a:pPr>
            <a:r>
              <a:rPr lang="en-US" dirty="0" smtClean="0"/>
              <a:t> Input new applicant details.</a:t>
            </a:r>
          </a:p>
          <a:p>
            <a:pPr lvl="1">
              <a:buFont typeface="Arial" pitchFamily="34" charset="0"/>
              <a:buChar char="•"/>
            </a:pPr>
            <a:r>
              <a:rPr lang="en-US" dirty="0" smtClean="0"/>
              <a:t> Model predicts:</a:t>
            </a:r>
          </a:p>
          <a:p>
            <a:pPr lvl="2">
              <a:buFont typeface="Arial" pitchFamily="34" charset="0"/>
              <a:buChar char="•"/>
            </a:pPr>
            <a:r>
              <a:rPr lang="en-US" dirty="0" smtClean="0"/>
              <a:t> Loan Approved / Rejected</a:t>
            </a:r>
          </a:p>
          <a:p>
            <a:pPr lvl="2">
              <a:buFont typeface="Arial" pitchFamily="34" charset="0"/>
              <a:buChar char="•"/>
            </a:pPr>
            <a:r>
              <a:rPr lang="en-US" dirty="0" smtClean="0"/>
              <a:t> Risk Score</a:t>
            </a:r>
          </a:p>
          <a:p>
            <a:pPr lvl="2">
              <a:buFont typeface="Arial" pitchFamily="34" charset="0"/>
              <a:buChar char="•"/>
            </a:pPr>
            <a:endParaRPr lang="en-US" dirty="0"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3887" y="542260"/>
            <a:ext cx="6198783" cy="4801314"/>
          </a:xfrm>
          <a:prstGeom prst="rect">
            <a:avLst/>
          </a:prstGeom>
        </p:spPr>
        <p:txBody>
          <a:bodyPr wrap="square">
            <a:spAutoFit/>
          </a:bodyPr>
          <a:lstStyle/>
          <a:p>
            <a:pPr>
              <a:buFont typeface="Arial" pitchFamily="34" charset="0"/>
              <a:buChar char="•"/>
            </a:pPr>
            <a:r>
              <a:rPr lang="en-US" b="1" dirty="0" smtClean="0"/>
              <a:t>  Explainable AI Integration</a:t>
            </a:r>
            <a:endParaRPr lang="en-US" dirty="0" smtClean="0"/>
          </a:p>
          <a:p>
            <a:pPr lvl="1">
              <a:buFont typeface="Arial" pitchFamily="34" charset="0"/>
              <a:buChar char="•"/>
            </a:pPr>
            <a:r>
              <a:rPr lang="en-US" dirty="0" smtClean="0"/>
              <a:t> Apply </a:t>
            </a:r>
            <a:r>
              <a:rPr lang="en-US" b="1" dirty="0" smtClean="0"/>
              <a:t>SHAP (</a:t>
            </a:r>
            <a:r>
              <a:rPr lang="en-US" b="1" dirty="0" err="1" smtClean="0"/>
              <a:t>SHapley</a:t>
            </a:r>
            <a:r>
              <a:rPr lang="en-US" b="1" dirty="0" smtClean="0"/>
              <a:t> Additive </a:t>
            </a:r>
            <a:r>
              <a:rPr lang="en-US" b="1" dirty="0" err="1" smtClean="0"/>
              <a:t>exPlanations</a:t>
            </a:r>
            <a:r>
              <a:rPr lang="en-US" b="1" dirty="0" smtClean="0"/>
              <a:t>)</a:t>
            </a:r>
            <a:r>
              <a:rPr lang="en-US" dirty="0" smtClean="0"/>
              <a:t> or </a:t>
            </a:r>
            <a:r>
              <a:rPr lang="en-US" b="1" dirty="0" smtClean="0"/>
              <a:t>LIME</a:t>
            </a:r>
            <a:r>
              <a:rPr lang="en-US" dirty="0" smtClean="0"/>
              <a:t>.</a:t>
            </a:r>
          </a:p>
          <a:p>
            <a:pPr lvl="1">
              <a:buFont typeface="Arial" pitchFamily="34" charset="0"/>
              <a:buChar char="•"/>
            </a:pPr>
            <a:r>
              <a:rPr lang="en-US" dirty="0" smtClean="0"/>
              <a:t> Display important features affecting the decision.</a:t>
            </a:r>
          </a:p>
          <a:p>
            <a:pPr lvl="1">
              <a:buFont typeface="Arial" pitchFamily="34" charset="0"/>
              <a:buChar char="•"/>
            </a:pPr>
            <a:r>
              <a:rPr lang="en-US" dirty="0" smtClean="0"/>
              <a:t> Provide transparency to user and bank officials.</a:t>
            </a:r>
          </a:p>
          <a:p>
            <a:pPr>
              <a:buFont typeface="Arial" pitchFamily="34" charset="0"/>
              <a:buChar char="•"/>
            </a:pPr>
            <a:r>
              <a:rPr lang="en-US" b="1" dirty="0" smtClean="0"/>
              <a:t>  Model Evaluation</a:t>
            </a:r>
            <a:endParaRPr lang="en-US" dirty="0" smtClean="0"/>
          </a:p>
          <a:p>
            <a:pPr>
              <a:buFont typeface="Arial" pitchFamily="34" charset="0"/>
              <a:buChar char="•"/>
            </a:pPr>
            <a:r>
              <a:rPr lang="en-US" dirty="0" smtClean="0"/>
              <a:t>  Evaluate model using:</a:t>
            </a:r>
          </a:p>
          <a:p>
            <a:pPr lvl="1">
              <a:buFont typeface="Arial" pitchFamily="34" charset="0"/>
              <a:buChar char="•"/>
            </a:pPr>
            <a:r>
              <a:rPr lang="en-US" dirty="0" smtClean="0"/>
              <a:t> Accuracy</a:t>
            </a:r>
          </a:p>
          <a:p>
            <a:pPr lvl="1">
              <a:buFont typeface="Arial" pitchFamily="34" charset="0"/>
              <a:buChar char="•"/>
            </a:pPr>
            <a:r>
              <a:rPr lang="en-US" dirty="0" smtClean="0"/>
              <a:t> Precision</a:t>
            </a:r>
          </a:p>
          <a:p>
            <a:pPr lvl="1">
              <a:buFont typeface="Arial" pitchFamily="34" charset="0"/>
              <a:buChar char="•"/>
            </a:pPr>
            <a:r>
              <a:rPr lang="en-US" dirty="0" smtClean="0"/>
              <a:t> Recall</a:t>
            </a:r>
          </a:p>
          <a:p>
            <a:pPr lvl="1">
              <a:buFont typeface="Arial" pitchFamily="34" charset="0"/>
              <a:buChar char="•"/>
            </a:pPr>
            <a:r>
              <a:rPr lang="en-US" dirty="0" smtClean="0"/>
              <a:t> F1-Score</a:t>
            </a:r>
          </a:p>
          <a:p>
            <a:pPr>
              <a:buFont typeface="Arial" pitchFamily="34" charset="0"/>
              <a:buChar char="•"/>
            </a:pPr>
            <a:r>
              <a:rPr lang="en-US" b="1" dirty="0" smtClean="0"/>
              <a:t>  Display Result</a:t>
            </a:r>
            <a:endParaRPr lang="en-US" dirty="0" smtClean="0"/>
          </a:p>
          <a:p>
            <a:pPr>
              <a:buFont typeface="Arial" pitchFamily="34" charset="0"/>
              <a:buChar char="•"/>
            </a:pPr>
            <a:r>
              <a:rPr lang="en-US" dirty="0" smtClean="0"/>
              <a:t>   Show:</a:t>
            </a:r>
          </a:p>
          <a:p>
            <a:pPr lvl="1">
              <a:buFont typeface="Arial" pitchFamily="34" charset="0"/>
              <a:buChar char="•"/>
            </a:pPr>
            <a:r>
              <a:rPr lang="en-US" dirty="0" smtClean="0"/>
              <a:t> Loan eligibility result</a:t>
            </a:r>
          </a:p>
          <a:p>
            <a:pPr lvl="1">
              <a:buFont typeface="Arial" pitchFamily="34" charset="0"/>
              <a:buChar char="•"/>
            </a:pPr>
            <a:r>
              <a:rPr lang="en-US" dirty="0" smtClean="0"/>
              <a:t> Risk score</a:t>
            </a:r>
          </a:p>
          <a:p>
            <a:pPr lvl="1">
              <a:buFont typeface="Arial" pitchFamily="34" charset="0"/>
              <a:buChar char="•"/>
            </a:pPr>
            <a:r>
              <a:rPr lang="en-US" dirty="0" smtClean="0"/>
              <a:t> Explanation graph</a:t>
            </a:r>
          </a:p>
          <a:p>
            <a:pPr>
              <a:buFont typeface="Arial" pitchFamily="34" charset="0"/>
              <a:buChar char="•"/>
            </a:pPr>
            <a:r>
              <a:rPr lang="en-US" b="1" dirty="0" smtClean="0"/>
              <a:t>  Stop</a:t>
            </a:r>
            <a:endParaRPr lang="en-US" dirty="0" smtClean="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0" y="1628775"/>
            <a:ext cx="9070975" cy="4876800"/>
          </a:xfrm>
        </p:spPr>
        <p:txBody>
          <a:bodyPr/>
          <a:lstStyle/>
          <a:p>
            <a:endParaRPr lang="en-US" dirty="0" smtClean="0"/>
          </a:p>
          <a:p>
            <a:endParaRPr lang="en-US" dirty="0"/>
          </a:p>
        </p:txBody>
      </p:sp>
      <p:pic>
        <p:nvPicPr>
          <p:cNvPr id="39938" name="Picture 2" descr="C:\Users\hp\Downloads\WhatsApp Image 2026-03-23 at 11.53.13 AM.jpeg"/>
          <p:cNvPicPr>
            <a:picLocks noChangeAspect="1" noChangeArrowheads="1"/>
          </p:cNvPicPr>
          <p:nvPr/>
        </p:nvPicPr>
        <p:blipFill>
          <a:blip r:embed="rId2"/>
          <a:srcRect/>
          <a:stretch>
            <a:fillRect/>
          </a:stretch>
        </p:blipFill>
        <p:spPr bwMode="auto">
          <a:xfrm>
            <a:off x="519223" y="425302"/>
            <a:ext cx="5016500" cy="6151526"/>
          </a:xfrm>
          <a:prstGeom prst="rect">
            <a:avLst/>
          </a:prstGeom>
          <a:noFill/>
        </p:spPr>
      </p:pic>
      <p:sp>
        <p:nvSpPr>
          <p:cNvPr id="5" name="Rectangle 4"/>
          <p:cNvSpPr/>
          <p:nvPr/>
        </p:nvSpPr>
        <p:spPr>
          <a:xfrm>
            <a:off x="649385" y="597713"/>
            <a:ext cx="3299301" cy="523220"/>
          </a:xfrm>
          <a:prstGeom prst="rect">
            <a:avLst/>
          </a:prstGeom>
        </p:spPr>
        <p:txBody>
          <a:bodyPr wrap="none">
            <a:spAutoFit/>
          </a:bodyPr>
          <a:lstStyle/>
          <a:p>
            <a:r>
              <a:rPr lang="en-US" sz="2800" b="1" dirty="0" smtClean="0"/>
              <a:t>Output Screens:-</a:t>
            </a:r>
            <a:endParaRPr lang="en-US" sz="2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722ED0FF-8768-854F-83C3-E5AD70EF40D9}"/>
              </a:ext>
            </a:extLst>
          </p:cNvPr>
          <p:cNvPicPr>
            <a:picLocks noChangeAspect="1"/>
          </p:cNvPicPr>
          <p:nvPr/>
        </p:nvPicPr>
        <p:blipFill>
          <a:blip r:embed="rId2"/>
          <a:stretch>
            <a:fillRect/>
          </a:stretch>
        </p:blipFill>
        <p:spPr>
          <a:xfrm>
            <a:off x="1382074" y="2070172"/>
            <a:ext cx="6925656" cy="2354316"/>
          </a:xfrm>
          <a:prstGeom prst="rect">
            <a:avLst/>
          </a:prstGeom>
        </p:spPr>
      </p:pic>
    </p:spTree>
    <p:extLst>
      <p:ext uri="{BB962C8B-B14F-4D97-AF65-F5344CB8AC3E}">
        <p14:creationId xmlns="" xmlns:p14="http://schemas.microsoft.com/office/powerpoint/2010/main" val="102598097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TotalTime>
  <Words>1335</Words>
  <Application>Microsoft Office PowerPoint</Application>
  <PresentationFormat>Custom</PresentationFormat>
  <Paragraphs>199</Paragraphs>
  <Slides>24</Slides>
  <Notes>1</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Civic</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System Architecture</vt:lpstr>
      <vt:lpstr>UML Diagrams:-</vt:lpstr>
      <vt:lpstr>Use Case Diagram:-</vt:lpstr>
      <vt:lpstr>Class Diagram:-</vt:lpstr>
      <vt:lpstr>Sequence Diagram:-</vt:lpstr>
      <vt:lpstr>Activity Diagram:-</vt:lpstr>
      <vt:lpstr>Deployment Diagram:-</vt:lpstr>
      <vt:lpstr>Slide 20</vt:lpstr>
      <vt:lpstr>Slide 21</vt:lpstr>
      <vt:lpstr>Slide 22</vt:lpstr>
      <vt:lpstr>Slide 23</vt:lpstr>
      <vt:lpstr>Slide 24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SmartLoan.pptx</dc:title>
  <dc:creator>Kallem Ashrith Reddy</dc:creator>
  <cp:lastModifiedBy>hp</cp:lastModifiedBy>
  <cp:revision>9</cp:revision>
  <dcterms:created xsi:type="dcterms:W3CDTF">2006-08-15T02:00:00Z</dcterms:created>
  <dcterms:modified xsi:type="dcterms:W3CDTF">2026-03-31T05:29:04Z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Custom</vt:lpwstr>
  </property>
  <property fmtid="{D5CDD505-2E9C-101B-9397-08002B2CF9AE}" pid="4" name="Slides">
    <vt:i4>11</vt:i4>
  </property>
  <property fmtid="{D5CDD505-2E9C-101B-9397-08002B2CF9AE}" pid="5" name="ICV">
    <vt:lpwstr>bd68b9583d4a4403808fc122dade497e</vt:lpwstr>
  </property>
</Properties>
</file>